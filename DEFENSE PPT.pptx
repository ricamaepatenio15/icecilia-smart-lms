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1"/>
  </p:notesMasterIdLst>
  <p:sldIdLst>
    <p:sldId id="256" r:id="rId2"/>
    <p:sldId id="257" r:id="rId3"/>
    <p:sldId id="279" r:id="rId4"/>
    <p:sldId id="259" r:id="rId5"/>
    <p:sldId id="258" r:id="rId6"/>
    <p:sldId id="260" r:id="rId7"/>
    <p:sldId id="261" r:id="rId8"/>
    <p:sldId id="262" r:id="rId9"/>
    <p:sldId id="263" r:id="rId10"/>
    <p:sldId id="264" r:id="rId11"/>
    <p:sldId id="267" r:id="rId12"/>
    <p:sldId id="268" r:id="rId13"/>
    <p:sldId id="269" r:id="rId14"/>
    <p:sldId id="271" r:id="rId15"/>
    <p:sldId id="274" r:id="rId16"/>
    <p:sldId id="275" r:id="rId17"/>
    <p:sldId id="276" r:id="rId18"/>
    <p:sldId id="277" r:id="rId19"/>
    <p:sldId id="278" r:id="rId20"/>
  </p:sldIdLst>
  <p:sldSz cx="18288000" cy="10287000"/>
  <p:notesSz cx="6858000" cy="9144000"/>
  <p:embeddedFontLst>
    <p:embeddedFont>
      <p:font typeface="Nunito Sans" pitchFamily="2" charset="0"/>
      <p:regular r:id="rId22"/>
      <p:bold r:id="rId23"/>
      <p:italic r:id="rId24"/>
      <p:boldItalic r:id="rId25"/>
    </p:embeddedFont>
    <p:embeddedFont>
      <p:font typeface="Nunito Sans ExtraLight" pitchFamily="2" charset="0"/>
      <p:regular r:id="rId26"/>
      <p:bold r:id="rId27"/>
      <p:italic r:id="rId28"/>
      <p:boldItalic r:id="rId29"/>
    </p:embeddedFont>
    <p:embeddedFont>
      <p:font typeface="Prompt Black" panose="00000A00000000000000" pitchFamily="2" charset="-34"/>
      <p:bold r:id="rId30"/>
      <p:boldItalic r:id="rId31"/>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39" roundtripDataSignature="AMtx7mj2oBr9dkDtZtAwZJdsHR6E3sp1o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26" d="100"/>
          <a:sy n="26" d="100"/>
        </p:scale>
        <p:origin x="72" y="420"/>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5.fntdata"/><Relationship Id="rId39" Type="http://customschemas.google.com/relationships/presentationmetadata" Target="metadata"/><Relationship Id="rId3" Type="http://schemas.openxmlformats.org/officeDocument/2006/relationships/slide" Target="slides/slide2.xml"/><Relationship Id="rId21" Type="http://schemas.openxmlformats.org/officeDocument/2006/relationships/notesMaster" Target="notesMasters/notesMaster1.xml"/><Relationship Id="rId42"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4.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8.fntdata"/><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3.fntdata"/><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2.fntdata"/><Relationship Id="rId28" Type="http://schemas.openxmlformats.org/officeDocument/2006/relationships/font" Target="fonts/font7.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10.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1.fntdata"/><Relationship Id="rId27" Type="http://schemas.openxmlformats.org/officeDocument/2006/relationships/font" Target="fonts/font6.fntdata"/><Relationship Id="rId30" Type="http://schemas.openxmlformats.org/officeDocument/2006/relationships/font" Target="fonts/font9.fntdata"/><Relationship Id="rId43" Type="http://schemas.openxmlformats.org/officeDocument/2006/relationships/tableStyles" Target="tableStyle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p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52" name="Google Shape;52;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
        <p:cNvGrpSpPr/>
        <p:nvPr/>
      </p:nvGrpSpPr>
      <p:grpSpPr>
        <a:xfrm>
          <a:off x="0" y="0"/>
          <a:ext cx="0" cy="0"/>
          <a:chOff x="0" y="0"/>
          <a:chExt cx="0" cy="0"/>
        </a:xfrm>
      </p:grpSpPr>
      <p:sp>
        <p:nvSpPr>
          <p:cNvPr id="80" name="Google Shape;80;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81" name="Google Shape;81;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
        <p:cNvGrpSpPr/>
        <p:nvPr/>
      </p:nvGrpSpPr>
      <p:grpSpPr>
        <a:xfrm>
          <a:off x="0" y="0"/>
          <a:ext cx="0" cy="0"/>
          <a:chOff x="0" y="0"/>
          <a:chExt cx="0" cy="0"/>
        </a:xfrm>
      </p:grpSpPr>
      <p:sp>
        <p:nvSpPr>
          <p:cNvPr id="80" name="Google Shape;80;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81" name="Google Shape;81;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88105108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
        <p:cNvGrpSpPr/>
        <p:nvPr/>
      </p:nvGrpSpPr>
      <p:grpSpPr>
        <a:xfrm>
          <a:off x="0" y="0"/>
          <a:ext cx="0" cy="0"/>
          <a:chOff x="0" y="0"/>
          <a:chExt cx="0" cy="0"/>
        </a:xfrm>
      </p:grpSpPr>
      <p:sp>
        <p:nvSpPr>
          <p:cNvPr id="123" name="Google Shape;123;p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24" name="Google Shape;124;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p:cNvGrpSpPr/>
        <p:nvPr/>
      </p:nvGrpSpPr>
      <p:grpSpPr>
        <a:xfrm>
          <a:off x="0" y="0"/>
          <a:ext cx="0" cy="0"/>
          <a:chOff x="0" y="0"/>
          <a:chExt cx="0" cy="0"/>
        </a:xfrm>
      </p:grpSpPr>
      <p:sp>
        <p:nvSpPr>
          <p:cNvPr id="102" name="Google Shape;102;p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3" name="Google Shape;103;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3"/>
        <p:cNvGrpSpPr/>
        <p:nvPr/>
      </p:nvGrpSpPr>
      <p:grpSpPr>
        <a:xfrm>
          <a:off x="0" y="0"/>
          <a:ext cx="0" cy="0"/>
          <a:chOff x="0" y="0"/>
          <a:chExt cx="0" cy="0"/>
        </a:xfrm>
      </p:grpSpPr>
      <p:sp>
        <p:nvSpPr>
          <p:cNvPr id="144" name="Google Shape;144;p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45" name="Google Shape;145;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4"/>
        <p:cNvGrpSpPr/>
        <p:nvPr/>
      </p:nvGrpSpPr>
      <p:grpSpPr>
        <a:xfrm>
          <a:off x="0" y="0"/>
          <a:ext cx="0" cy="0"/>
          <a:chOff x="0" y="0"/>
          <a:chExt cx="0" cy="0"/>
        </a:xfrm>
      </p:grpSpPr>
      <p:sp>
        <p:nvSpPr>
          <p:cNvPr id="165" name="Google Shape;165;p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66" name="Google Shape;166;p7: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4"/>
        <p:cNvGrpSpPr/>
        <p:nvPr/>
      </p:nvGrpSpPr>
      <p:grpSpPr>
        <a:xfrm>
          <a:off x="0" y="0"/>
          <a:ext cx="0" cy="0"/>
          <a:chOff x="0" y="0"/>
          <a:chExt cx="0" cy="0"/>
        </a:xfrm>
      </p:grpSpPr>
      <p:sp>
        <p:nvSpPr>
          <p:cNvPr id="185" name="Google Shape;185;p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86" name="Google Shape;186;p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5"/>
        <p:cNvGrpSpPr/>
        <p:nvPr/>
      </p:nvGrpSpPr>
      <p:grpSpPr>
        <a:xfrm>
          <a:off x="0" y="0"/>
          <a:ext cx="0" cy="0"/>
          <a:chOff x="0" y="0"/>
          <a:chExt cx="0" cy="0"/>
        </a:xfrm>
      </p:grpSpPr>
      <p:sp>
        <p:nvSpPr>
          <p:cNvPr id="206" name="Google Shape;206;p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07" name="Google Shape;207;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6"/>
        <p:cNvGrpSpPr/>
        <p:nvPr/>
      </p:nvGrpSpPr>
      <p:grpSpPr>
        <a:xfrm>
          <a:off x="0" y="0"/>
          <a:ext cx="0" cy="0"/>
          <a:chOff x="0" y="0"/>
          <a:chExt cx="0" cy="0"/>
        </a:xfrm>
      </p:grpSpPr>
      <p:sp>
        <p:nvSpPr>
          <p:cNvPr id="227" name="Google Shape;227;p1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28" name="Google Shape;228;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9"/>
        <p:cNvGrpSpPr/>
        <p:nvPr/>
      </p:nvGrpSpPr>
      <p:grpSpPr>
        <a:xfrm>
          <a:off x="0" y="0"/>
          <a:ext cx="0" cy="0"/>
          <a:chOff x="0" y="0"/>
          <a:chExt cx="0" cy="0"/>
        </a:xfrm>
      </p:grpSpPr>
      <p:sp>
        <p:nvSpPr>
          <p:cNvPr id="290" name="Google Shape;290;p1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91" name="Google Shape;291;p13: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9"/>
        <p:cNvGrpSpPr/>
        <p:nvPr/>
      </p:nvGrpSpPr>
      <p:grpSpPr>
        <a:xfrm>
          <a:off x="0" y="0"/>
          <a:ext cx="0" cy="0"/>
          <a:chOff x="0" y="0"/>
          <a:chExt cx="0" cy="0"/>
        </a:xfrm>
      </p:grpSpPr>
      <p:sp>
        <p:nvSpPr>
          <p:cNvPr id="310" name="Google Shape;310;p1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311" name="Google Shape;311;p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0"/>
        <p:cNvGrpSpPr/>
        <p:nvPr/>
      </p:nvGrpSpPr>
      <p:grpSpPr>
        <a:xfrm>
          <a:off x="0" y="0"/>
          <a:ext cx="0" cy="0"/>
          <a:chOff x="0" y="0"/>
          <a:chExt cx="0" cy="0"/>
        </a:xfrm>
      </p:grpSpPr>
      <p:sp>
        <p:nvSpPr>
          <p:cNvPr id="331" name="Google Shape;331;p1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332" name="Google Shape;332;p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2"/>
        <p:cNvGrpSpPr/>
        <p:nvPr/>
      </p:nvGrpSpPr>
      <p:grpSpPr>
        <a:xfrm>
          <a:off x="0" y="0"/>
          <a:ext cx="0" cy="0"/>
          <a:chOff x="0" y="0"/>
          <a:chExt cx="0" cy="0"/>
        </a:xfrm>
      </p:grpSpPr>
      <p:sp>
        <p:nvSpPr>
          <p:cNvPr id="373" name="Google Shape;373;p1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374" name="Google Shape;374;p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6"/>
        <p:cNvGrpSpPr/>
        <p:nvPr/>
      </p:nvGrpSpPr>
      <p:grpSpPr>
        <a:xfrm>
          <a:off x="0" y="0"/>
          <a:ext cx="0" cy="0"/>
          <a:chOff x="0" y="0"/>
          <a:chExt cx="0" cy="0"/>
        </a:xfrm>
      </p:grpSpPr>
      <p:sp>
        <p:nvSpPr>
          <p:cNvPr id="437" name="Google Shape;437;p2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438" name="Google Shape;438;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7"/>
        <p:cNvGrpSpPr/>
        <p:nvPr/>
      </p:nvGrpSpPr>
      <p:grpSpPr>
        <a:xfrm>
          <a:off x="0" y="0"/>
          <a:ext cx="0" cy="0"/>
          <a:chOff x="0" y="0"/>
          <a:chExt cx="0" cy="0"/>
        </a:xfrm>
      </p:grpSpPr>
      <p:sp>
        <p:nvSpPr>
          <p:cNvPr id="458" name="Google Shape;458;p2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459" name="Google Shape;459;p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9"/>
        <p:cNvGrpSpPr/>
        <p:nvPr/>
      </p:nvGrpSpPr>
      <p:grpSpPr>
        <a:xfrm>
          <a:off x="0" y="0"/>
          <a:ext cx="0" cy="0"/>
          <a:chOff x="0" y="0"/>
          <a:chExt cx="0" cy="0"/>
        </a:xfrm>
      </p:grpSpPr>
      <p:sp>
        <p:nvSpPr>
          <p:cNvPr id="480" name="Google Shape;480;p2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481" name="Google Shape;481;p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0"/>
        <p:cNvGrpSpPr/>
        <p:nvPr/>
      </p:nvGrpSpPr>
      <p:grpSpPr>
        <a:xfrm>
          <a:off x="0" y="0"/>
          <a:ext cx="0" cy="0"/>
          <a:chOff x="0" y="0"/>
          <a:chExt cx="0" cy="0"/>
        </a:xfrm>
      </p:grpSpPr>
      <p:sp>
        <p:nvSpPr>
          <p:cNvPr id="501" name="Google Shape;501;p2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502" name="Google Shape;502;p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1"/>
        <p:cNvGrpSpPr/>
        <p:nvPr/>
      </p:nvGrpSpPr>
      <p:grpSpPr>
        <a:xfrm>
          <a:off x="0" y="0"/>
          <a:ext cx="0" cy="0"/>
          <a:chOff x="0" y="0"/>
          <a:chExt cx="0" cy="0"/>
        </a:xfrm>
      </p:grpSpPr>
      <p:sp>
        <p:nvSpPr>
          <p:cNvPr id="522" name="Google Shape;522;p2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523" name="Google Shape;523;p24: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9"/>
        <p:cNvGrpSpPr/>
        <p:nvPr/>
      </p:nvGrpSpPr>
      <p:grpSpPr>
        <a:xfrm>
          <a:off x="0" y="0"/>
          <a:ext cx="0" cy="0"/>
          <a:chOff x="0" y="0"/>
          <a:chExt cx="0" cy="0"/>
        </a:xfrm>
      </p:grpSpPr>
      <p:sp>
        <p:nvSpPr>
          <p:cNvPr id="10" name="Google Shape;10;g31ccc60dc14_3_168"/>
          <p:cNvSpPr txBox="1">
            <a:spLocks noGrp="1"/>
          </p:cNvSpPr>
          <p:nvPr>
            <p:ph type="sldNum" idx="12"/>
          </p:nvPr>
        </p:nvSpPr>
        <p:spPr>
          <a:xfrm>
            <a:off x="16944916" y="9326434"/>
            <a:ext cx="1097400" cy="787200"/>
          </a:xfrm>
          <a:prstGeom prst="rect">
            <a:avLst/>
          </a:prstGeom>
          <a:noFill/>
          <a:ln>
            <a:noFill/>
          </a:ln>
        </p:spPr>
        <p:txBody>
          <a:bodyPr spcFirstLastPara="1" wrap="square" lIns="182850" tIns="182850" rIns="182850" bIns="182850" anchor="ctr" anchorCtr="0">
            <a:normAutofit/>
          </a:bodyPr>
          <a:lstStyle>
            <a:lvl1pPr marL="0" marR="0" lvl="0"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1"/>
        <p:cNvGrpSpPr/>
        <p:nvPr/>
      </p:nvGrpSpPr>
      <p:grpSpPr>
        <a:xfrm>
          <a:off x="0" y="0"/>
          <a:ext cx="0" cy="0"/>
          <a:chOff x="0" y="0"/>
          <a:chExt cx="0" cy="0"/>
        </a:xfrm>
      </p:grpSpPr>
      <p:sp>
        <p:nvSpPr>
          <p:cNvPr id="12" name="Google Shape;12;g31ccc60dc14_3_129"/>
          <p:cNvSpPr txBox="1">
            <a:spLocks noGrp="1"/>
          </p:cNvSpPr>
          <p:nvPr>
            <p:ph type="ctrTitle"/>
          </p:nvPr>
        </p:nvSpPr>
        <p:spPr>
          <a:xfrm>
            <a:off x="623417" y="1489150"/>
            <a:ext cx="17041200" cy="4105200"/>
          </a:xfrm>
          <a:prstGeom prst="rect">
            <a:avLst/>
          </a:prstGeom>
          <a:noFill/>
          <a:ln>
            <a:noFill/>
          </a:ln>
        </p:spPr>
        <p:txBody>
          <a:bodyPr spcFirstLastPara="1" wrap="square" lIns="182850" tIns="182850" rIns="182850" bIns="182850" anchor="b" anchorCtr="0">
            <a:normAutofit/>
          </a:bodyPr>
          <a:lstStyle>
            <a:lvl1pPr lvl="0" algn="ctr">
              <a:lnSpc>
                <a:spcPct val="100000"/>
              </a:lnSpc>
              <a:spcBef>
                <a:spcPts val="0"/>
              </a:spcBef>
              <a:spcAft>
                <a:spcPts val="0"/>
              </a:spcAft>
              <a:buSzPts val="10400"/>
              <a:buNone/>
              <a:defRPr sz="10400"/>
            </a:lvl1pPr>
            <a:lvl2pPr lvl="1" algn="ctr">
              <a:lnSpc>
                <a:spcPct val="100000"/>
              </a:lnSpc>
              <a:spcBef>
                <a:spcPts val="0"/>
              </a:spcBef>
              <a:spcAft>
                <a:spcPts val="0"/>
              </a:spcAft>
              <a:buSzPts val="10400"/>
              <a:buNone/>
              <a:defRPr sz="10400"/>
            </a:lvl2pPr>
            <a:lvl3pPr lvl="2" algn="ctr">
              <a:lnSpc>
                <a:spcPct val="100000"/>
              </a:lnSpc>
              <a:spcBef>
                <a:spcPts val="0"/>
              </a:spcBef>
              <a:spcAft>
                <a:spcPts val="0"/>
              </a:spcAft>
              <a:buSzPts val="10400"/>
              <a:buNone/>
              <a:defRPr sz="10400"/>
            </a:lvl3pPr>
            <a:lvl4pPr lvl="3" algn="ctr">
              <a:lnSpc>
                <a:spcPct val="100000"/>
              </a:lnSpc>
              <a:spcBef>
                <a:spcPts val="0"/>
              </a:spcBef>
              <a:spcAft>
                <a:spcPts val="0"/>
              </a:spcAft>
              <a:buSzPts val="10400"/>
              <a:buNone/>
              <a:defRPr sz="10400"/>
            </a:lvl4pPr>
            <a:lvl5pPr lvl="4" algn="ctr">
              <a:lnSpc>
                <a:spcPct val="100000"/>
              </a:lnSpc>
              <a:spcBef>
                <a:spcPts val="0"/>
              </a:spcBef>
              <a:spcAft>
                <a:spcPts val="0"/>
              </a:spcAft>
              <a:buSzPts val="10400"/>
              <a:buNone/>
              <a:defRPr sz="10400"/>
            </a:lvl5pPr>
            <a:lvl6pPr lvl="5" algn="ctr">
              <a:lnSpc>
                <a:spcPct val="100000"/>
              </a:lnSpc>
              <a:spcBef>
                <a:spcPts val="0"/>
              </a:spcBef>
              <a:spcAft>
                <a:spcPts val="0"/>
              </a:spcAft>
              <a:buSzPts val="10400"/>
              <a:buNone/>
              <a:defRPr sz="10400"/>
            </a:lvl6pPr>
            <a:lvl7pPr lvl="6" algn="ctr">
              <a:lnSpc>
                <a:spcPct val="100000"/>
              </a:lnSpc>
              <a:spcBef>
                <a:spcPts val="0"/>
              </a:spcBef>
              <a:spcAft>
                <a:spcPts val="0"/>
              </a:spcAft>
              <a:buSzPts val="10400"/>
              <a:buNone/>
              <a:defRPr sz="10400"/>
            </a:lvl7pPr>
            <a:lvl8pPr lvl="7" algn="ctr">
              <a:lnSpc>
                <a:spcPct val="100000"/>
              </a:lnSpc>
              <a:spcBef>
                <a:spcPts val="0"/>
              </a:spcBef>
              <a:spcAft>
                <a:spcPts val="0"/>
              </a:spcAft>
              <a:buSzPts val="10400"/>
              <a:buNone/>
              <a:defRPr sz="10400"/>
            </a:lvl8pPr>
            <a:lvl9pPr lvl="8" algn="ctr">
              <a:lnSpc>
                <a:spcPct val="100000"/>
              </a:lnSpc>
              <a:spcBef>
                <a:spcPts val="0"/>
              </a:spcBef>
              <a:spcAft>
                <a:spcPts val="0"/>
              </a:spcAft>
              <a:buSzPts val="10400"/>
              <a:buNone/>
              <a:defRPr sz="10400"/>
            </a:lvl9pPr>
          </a:lstStyle>
          <a:p>
            <a:endParaRPr/>
          </a:p>
        </p:txBody>
      </p:sp>
      <p:sp>
        <p:nvSpPr>
          <p:cNvPr id="13" name="Google Shape;13;g31ccc60dc14_3_129"/>
          <p:cNvSpPr txBox="1">
            <a:spLocks noGrp="1"/>
          </p:cNvSpPr>
          <p:nvPr>
            <p:ph type="subTitle" idx="1"/>
          </p:nvPr>
        </p:nvSpPr>
        <p:spPr>
          <a:xfrm>
            <a:off x="623400" y="5668250"/>
            <a:ext cx="17041200" cy="1585200"/>
          </a:xfrm>
          <a:prstGeom prst="rect">
            <a:avLst/>
          </a:prstGeom>
          <a:noFill/>
          <a:ln>
            <a:noFill/>
          </a:ln>
        </p:spPr>
        <p:txBody>
          <a:bodyPr spcFirstLastPara="1" wrap="square" lIns="182850" tIns="182850" rIns="182850" bIns="182850" anchor="t" anchorCtr="0">
            <a:normAutofit/>
          </a:bodyPr>
          <a:lstStyle>
            <a:lvl1pPr lvl="0" algn="ctr">
              <a:lnSpc>
                <a:spcPct val="100000"/>
              </a:lnSpc>
              <a:spcBef>
                <a:spcPts val="0"/>
              </a:spcBef>
              <a:spcAft>
                <a:spcPts val="0"/>
              </a:spcAft>
              <a:buSzPts val="5600"/>
              <a:buNone/>
              <a:defRPr sz="5600"/>
            </a:lvl1pPr>
            <a:lvl2pPr lvl="1" algn="ctr">
              <a:lnSpc>
                <a:spcPct val="100000"/>
              </a:lnSpc>
              <a:spcBef>
                <a:spcPts val="0"/>
              </a:spcBef>
              <a:spcAft>
                <a:spcPts val="0"/>
              </a:spcAft>
              <a:buSzPts val="5600"/>
              <a:buNone/>
              <a:defRPr sz="5600"/>
            </a:lvl2pPr>
            <a:lvl3pPr lvl="2" algn="ctr">
              <a:lnSpc>
                <a:spcPct val="100000"/>
              </a:lnSpc>
              <a:spcBef>
                <a:spcPts val="0"/>
              </a:spcBef>
              <a:spcAft>
                <a:spcPts val="0"/>
              </a:spcAft>
              <a:buSzPts val="5600"/>
              <a:buNone/>
              <a:defRPr sz="5600"/>
            </a:lvl3pPr>
            <a:lvl4pPr lvl="3" algn="ctr">
              <a:lnSpc>
                <a:spcPct val="100000"/>
              </a:lnSpc>
              <a:spcBef>
                <a:spcPts val="0"/>
              </a:spcBef>
              <a:spcAft>
                <a:spcPts val="0"/>
              </a:spcAft>
              <a:buSzPts val="5600"/>
              <a:buNone/>
              <a:defRPr sz="5600"/>
            </a:lvl4pPr>
            <a:lvl5pPr lvl="4" algn="ctr">
              <a:lnSpc>
                <a:spcPct val="100000"/>
              </a:lnSpc>
              <a:spcBef>
                <a:spcPts val="0"/>
              </a:spcBef>
              <a:spcAft>
                <a:spcPts val="0"/>
              </a:spcAft>
              <a:buSzPts val="5600"/>
              <a:buNone/>
              <a:defRPr sz="5600"/>
            </a:lvl5pPr>
            <a:lvl6pPr lvl="5" algn="ctr">
              <a:lnSpc>
                <a:spcPct val="100000"/>
              </a:lnSpc>
              <a:spcBef>
                <a:spcPts val="0"/>
              </a:spcBef>
              <a:spcAft>
                <a:spcPts val="0"/>
              </a:spcAft>
              <a:buSzPts val="5600"/>
              <a:buNone/>
              <a:defRPr sz="5600"/>
            </a:lvl6pPr>
            <a:lvl7pPr lvl="6" algn="ctr">
              <a:lnSpc>
                <a:spcPct val="100000"/>
              </a:lnSpc>
              <a:spcBef>
                <a:spcPts val="0"/>
              </a:spcBef>
              <a:spcAft>
                <a:spcPts val="0"/>
              </a:spcAft>
              <a:buSzPts val="5600"/>
              <a:buNone/>
              <a:defRPr sz="5600"/>
            </a:lvl7pPr>
            <a:lvl8pPr lvl="7" algn="ctr">
              <a:lnSpc>
                <a:spcPct val="100000"/>
              </a:lnSpc>
              <a:spcBef>
                <a:spcPts val="0"/>
              </a:spcBef>
              <a:spcAft>
                <a:spcPts val="0"/>
              </a:spcAft>
              <a:buSzPts val="5600"/>
              <a:buNone/>
              <a:defRPr sz="5600"/>
            </a:lvl8pPr>
            <a:lvl9pPr lvl="8" algn="ctr">
              <a:lnSpc>
                <a:spcPct val="100000"/>
              </a:lnSpc>
              <a:spcBef>
                <a:spcPts val="0"/>
              </a:spcBef>
              <a:spcAft>
                <a:spcPts val="0"/>
              </a:spcAft>
              <a:buSzPts val="5600"/>
              <a:buNone/>
              <a:defRPr sz="5600"/>
            </a:lvl9pPr>
          </a:lstStyle>
          <a:p>
            <a:endParaRPr/>
          </a:p>
        </p:txBody>
      </p:sp>
      <p:sp>
        <p:nvSpPr>
          <p:cNvPr id="14" name="Google Shape;14;g31ccc60dc14_3_129"/>
          <p:cNvSpPr txBox="1">
            <a:spLocks noGrp="1"/>
          </p:cNvSpPr>
          <p:nvPr>
            <p:ph type="sldNum" idx="12"/>
          </p:nvPr>
        </p:nvSpPr>
        <p:spPr>
          <a:xfrm>
            <a:off x="16944916" y="9326434"/>
            <a:ext cx="1097400" cy="787200"/>
          </a:xfrm>
          <a:prstGeom prst="rect">
            <a:avLst/>
          </a:prstGeom>
          <a:noFill/>
          <a:ln>
            <a:noFill/>
          </a:ln>
        </p:spPr>
        <p:txBody>
          <a:bodyPr spcFirstLastPara="1" wrap="square" lIns="182850" tIns="182850" rIns="182850" bIns="182850" anchor="ctr" anchorCtr="0">
            <a:normAutofit/>
          </a:bodyPr>
          <a:lstStyle>
            <a:lvl1pPr marL="0" marR="0" lvl="0"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5"/>
        <p:cNvGrpSpPr/>
        <p:nvPr/>
      </p:nvGrpSpPr>
      <p:grpSpPr>
        <a:xfrm>
          <a:off x="0" y="0"/>
          <a:ext cx="0" cy="0"/>
          <a:chOff x="0" y="0"/>
          <a:chExt cx="0" cy="0"/>
        </a:xfrm>
      </p:grpSpPr>
      <p:sp>
        <p:nvSpPr>
          <p:cNvPr id="16" name="Google Shape;16;g31ccc60dc14_3_133"/>
          <p:cNvSpPr txBox="1">
            <a:spLocks noGrp="1"/>
          </p:cNvSpPr>
          <p:nvPr>
            <p:ph type="title"/>
          </p:nvPr>
        </p:nvSpPr>
        <p:spPr>
          <a:xfrm>
            <a:off x="623400" y="4301700"/>
            <a:ext cx="17041200" cy="1683600"/>
          </a:xfrm>
          <a:prstGeom prst="rect">
            <a:avLst/>
          </a:prstGeom>
          <a:noFill/>
          <a:ln>
            <a:noFill/>
          </a:ln>
        </p:spPr>
        <p:txBody>
          <a:bodyPr spcFirstLastPara="1" wrap="square" lIns="182850" tIns="182850" rIns="182850" bIns="182850" anchor="ctr" anchorCtr="0">
            <a:normAutofit/>
          </a:bodyPr>
          <a:lstStyle>
            <a:lvl1pPr lvl="0" algn="ctr">
              <a:lnSpc>
                <a:spcPct val="100000"/>
              </a:lnSpc>
              <a:spcBef>
                <a:spcPts val="0"/>
              </a:spcBef>
              <a:spcAft>
                <a:spcPts val="0"/>
              </a:spcAft>
              <a:buSzPts val="7200"/>
              <a:buNone/>
              <a:defRPr sz="7200"/>
            </a:lvl1pPr>
            <a:lvl2pPr lvl="1" algn="ctr">
              <a:lnSpc>
                <a:spcPct val="100000"/>
              </a:lnSpc>
              <a:spcBef>
                <a:spcPts val="0"/>
              </a:spcBef>
              <a:spcAft>
                <a:spcPts val="0"/>
              </a:spcAft>
              <a:buSzPts val="7200"/>
              <a:buNone/>
              <a:defRPr sz="7200"/>
            </a:lvl2pPr>
            <a:lvl3pPr lvl="2" algn="ctr">
              <a:lnSpc>
                <a:spcPct val="100000"/>
              </a:lnSpc>
              <a:spcBef>
                <a:spcPts val="0"/>
              </a:spcBef>
              <a:spcAft>
                <a:spcPts val="0"/>
              </a:spcAft>
              <a:buSzPts val="7200"/>
              <a:buNone/>
              <a:defRPr sz="7200"/>
            </a:lvl3pPr>
            <a:lvl4pPr lvl="3" algn="ctr">
              <a:lnSpc>
                <a:spcPct val="100000"/>
              </a:lnSpc>
              <a:spcBef>
                <a:spcPts val="0"/>
              </a:spcBef>
              <a:spcAft>
                <a:spcPts val="0"/>
              </a:spcAft>
              <a:buSzPts val="7200"/>
              <a:buNone/>
              <a:defRPr sz="7200"/>
            </a:lvl4pPr>
            <a:lvl5pPr lvl="4" algn="ctr">
              <a:lnSpc>
                <a:spcPct val="100000"/>
              </a:lnSpc>
              <a:spcBef>
                <a:spcPts val="0"/>
              </a:spcBef>
              <a:spcAft>
                <a:spcPts val="0"/>
              </a:spcAft>
              <a:buSzPts val="7200"/>
              <a:buNone/>
              <a:defRPr sz="7200"/>
            </a:lvl5pPr>
            <a:lvl6pPr lvl="5" algn="ctr">
              <a:lnSpc>
                <a:spcPct val="100000"/>
              </a:lnSpc>
              <a:spcBef>
                <a:spcPts val="0"/>
              </a:spcBef>
              <a:spcAft>
                <a:spcPts val="0"/>
              </a:spcAft>
              <a:buSzPts val="7200"/>
              <a:buNone/>
              <a:defRPr sz="7200"/>
            </a:lvl6pPr>
            <a:lvl7pPr lvl="6" algn="ctr">
              <a:lnSpc>
                <a:spcPct val="100000"/>
              </a:lnSpc>
              <a:spcBef>
                <a:spcPts val="0"/>
              </a:spcBef>
              <a:spcAft>
                <a:spcPts val="0"/>
              </a:spcAft>
              <a:buSzPts val="7200"/>
              <a:buNone/>
              <a:defRPr sz="7200"/>
            </a:lvl7pPr>
            <a:lvl8pPr lvl="7" algn="ctr">
              <a:lnSpc>
                <a:spcPct val="100000"/>
              </a:lnSpc>
              <a:spcBef>
                <a:spcPts val="0"/>
              </a:spcBef>
              <a:spcAft>
                <a:spcPts val="0"/>
              </a:spcAft>
              <a:buSzPts val="7200"/>
              <a:buNone/>
              <a:defRPr sz="7200"/>
            </a:lvl8pPr>
            <a:lvl9pPr lvl="8" algn="ctr">
              <a:lnSpc>
                <a:spcPct val="100000"/>
              </a:lnSpc>
              <a:spcBef>
                <a:spcPts val="0"/>
              </a:spcBef>
              <a:spcAft>
                <a:spcPts val="0"/>
              </a:spcAft>
              <a:buSzPts val="7200"/>
              <a:buNone/>
              <a:defRPr sz="7200"/>
            </a:lvl9pPr>
          </a:lstStyle>
          <a:p>
            <a:endParaRPr/>
          </a:p>
        </p:txBody>
      </p:sp>
      <p:sp>
        <p:nvSpPr>
          <p:cNvPr id="17" name="Google Shape;17;g31ccc60dc14_3_133"/>
          <p:cNvSpPr txBox="1">
            <a:spLocks noGrp="1"/>
          </p:cNvSpPr>
          <p:nvPr>
            <p:ph type="sldNum" idx="12"/>
          </p:nvPr>
        </p:nvSpPr>
        <p:spPr>
          <a:xfrm>
            <a:off x="16944916" y="9326434"/>
            <a:ext cx="1097400" cy="787200"/>
          </a:xfrm>
          <a:prstGeom prst="rect">
            <a:avLst/>
          </a:prstGeom>
          <a:noFill/>
          <a:ln>
            <a:noFill/>
          </a:ln>
        </p:spPr>
        <p:txBody>
          <a:bodyPr spcFirstLastPara="1" wrap="square" lIns="182850" tIns="182850" rIns="182850" bIns="182850" anchor="ctr" anchorCtr="0">
            <a:normAutofit/>
          </a:bodyPr>
          <a:lstStyle>
            <a:lvl1pPr marL="0" marR="0" lvl="0"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8"/>
        <p:cNvGrpSpPr/>
        <p:nvPr/>
      </p:nvGrpSpPr>
      <p:grpSpPr>
        <a:xfrm>
          <a:off x="0" y="0"/>
          <a:ext cx="0" cy="0"/>
          <a:chOff x="0" y="0"/>
          <a:chExt cx="0" cy="0"/>
        </a:xfrm>
      </p:grpSpPr>
      <p:sp>
        <p:nvSpPr>
          <p:cNvPr id="19" name="Google Shape;19;g31ccc60dc14_3_136"/>
          <p:cNvSpPr txBox="1">
            <a:spLocks noGrp="1"/>
          </p:cNvSpPr>
          <p:nvPr>
            <p:ph type="title"/>
          </p:nvPr>
        </p:nvSpPr>
        <p:spPr>
          <a:xfrm>
            <a:off x="623400" y="890050"/>
            <a:ext cx="17041200" cy="1145400"/>
          </a:xfrm>
          <a:prstGeom prst="rect">
            <a:avLst/>
          </a:prstGeom>
          <a:noFill/>
          <a:ln>
            <a:noFill/>
          </a:ln>
        </p:spPr>
        <p:txBody>
          <a:bodyPr spcFirstLastPara="1" wrap="square" lIns="182850" tIns="182850" rIns="182850" bIns="182850" anchor="t" anchorCtr="0">
            <a:normAutofit/>
          </a:bodyPr>
          <a:lstStyle>
            <a:lvl1pPr lvl="0" algn="l">
              <a:lnSpc>
                <a:spcPct val="100000"/>
              </a:lnSpc>
              <a:spcBef>
                <a:spcPts val="0"/>
              </a:spcBef>
              <a:spcAft>
                <a:spcPts val="0"/>
              </a:spcAft>
              <a:buSzPts val="5600"/>
              <a:buNone/>
              <a:defRPr/>
            </a:lvl1pPr>
            <a:lvl2pPr lvl="1" algn="l">
              <a:lnSpc>
                <a:spcPct val="100000"/>
              </a:lnSpc>
              <a:spcBef>
                <a:spcPts val="0"/>
              </a:spcBef>
              <a:spcAft>
                <a:spcPts val="0"/>
              </a:spcAft>
              <a:buSzPts val="5600"/>
              <a:buNone/>
              <a:defRPr/>
            </a:lvl2pPr>
            <a:lvl3pPr lvl="2" algn="l">
              <a:lnSpc>
                <a:spcPct val="100000"/>
              </a:lnSpc>
              <a:spcBef>
                <a:spcPts val="0"/>
              </a:spcBef>
              <a:spcAft>
                <a:spcPts val="0"/>
              </a:spcAft>
              <a:buSzPts val="5600"/>
              <a:buNone/>
              <a:defRPr/>
            </a:lvl3pPr>
            <a:lvl4pPr lvl="3" algn="l">
              <a:lnSpc>
                <a:spcPct val="100000"/>
              </a:lnSpc>
              <a:spcBef>
                <a:spcPts val="0"/>
              </a:spcBef>
              <a:spcAft>
                <a:spcPts val="0"/>
              </a:spcAft>
              <a:buSzPts val="5600"/>
              <a:buNone/>
              <a:defRPr/>
            </a:lvl4pPr>
            <a:lvl5pPr lvl="4" algn="l">
              <a:lnSpc>
                <a:spcPct val="100000"/>
              </a:lnSpc>
              <a:spcBef>
                <a:spcPts val="0"/>
              </a:spcBef>
              <a:spcAft>
                <a:spcPts val="0"/>
              </a:spcAft>
              <a:buSzPts val="5600"/>
              <a:buNone/>
              <a:defRPr/>
            </a:lvl5pPr>
            <a:lvl6pPr lvl="5" algn="l">
              <a:lnSpc>
                <a:spcPct val="100000"/>
              </a:lnSpc>
              <a:spcBef>
                <a:spcPts val="0"/>
              </a:spcBef>
              <a:spcAft>
                <a:spcPts val="0"/>
              </a:spcAft>
              <a:buSzPts val="5600"/>
              <a:buNone/>
              <a:defRPr/>
            </a:lvl6pPr>
            <a:lvl7pPr lvl="6" algn="l">
              <a:lnSpc>
                <a:spcPct val="100000"/>
              </a:lnSpc>
              <a:spcBef>
                <a:spcPts val="0"/>
              </a:spcBef>
              <a:spcAft>
                <a:spcPts val="0"/>
              </a:spcAft>
              <a:buSzPts val="5600"/>
              <a:buNone/>
              <a:defRPr/>
            </a:lvl7pPr>
            <a:lvl8pPr lvl="7" algn="l">
              <a:lnSpc>
                <a:spcPct val="100000"/>
              </a:lnSpc>
              <a:spcBef>
                <a:spcPts val="0"/>
              </a:spcBef>
              <a:spcAft>
                <a:spcPts val="0"/>
              </a:spcAft>
              <a:buSzPts val="5600"/>
              <a:buNone/>
              <a:defRPr/>
            </a:lvl8pPr>
            <a:lvl9pPr lvl="8" algn="l">
              <a:lnSpc>
                <a:spcPct val="100000"/>
              </a:lnSpc>
              <a:spcBef>
                <a:spcPts val="0"/>
              </a:spcBef>
              <a:spcAft>
                <a:spcPts val="0"/>
              </a:spcAft>
              <a:buSzPts val="5600"/>
              <a:buNone/>
              <a:defRPr/>
            </a:lvl9pPr>
          </a:lstStyle>
          <a:p>
            <a:endParaRPr/>
          </a:p>
        </p:txBody>
      </p:sp>
      <p:sp>
        <p:nvSpPr>
          <p:cNvPr id="20" name="Google Shape;20;g31ccc60dc14_3_136"/>
          <p:cNvSpPr txBox="1">
            <a:spLocks noGrp="1"/>
          </p:cNvSpPr>
          <p:nvPr>
            <p:ph type="body" idx="1"/>
          </p:nvPr>
        </p:nvSpPr>
        <p:spPr>
          <a:xfrm>
            <a:off x="623400" y="2304950"/>
            <a:ext cx="17041200" cy="6832800"/>
          </a:xfrm>
          <a:prstGeom prst="rect">
            <a:avLst/>
          </a:prstGeom>
          <a:noFill/>
          <a:ln>
            <a:noFill/>
          </a:ln>
        </p:spPr>
        <p:txBody>
          <a:bodyPr spcFirstLastPara="1" wrap="square" lIns="182850" tIns="182850" rIns="182850" bIns="182850" anchor="t" anchorCtr="0">
            <a:normAutofit/>
          </a:bodyPr>
          <a:lstStyle>
            <a:lvl1pPr marL="457200" lvl="0" indent="-457200" algn="l">
              <a:lnSpc>
                <a:spcPct val="115000"/>
              </a:lnSpc>
              <a:spcBef>
                <a:spcPts val="0"/>
              </a:spcBef>
              <a:spcAft>
                <a:spcPts val="0"/>
              </a:spcAft>
              <a:buSzPts val="3600"/>
              <a:buChar char="●"/>
              <a:defRPr/>
            </a:lvl1pPr>
            <a:lvl2pPr marL="914400" lvl="1" indent="-406400" algn="l">
              <a:lnSpc>
                <a:spcPct val="115000"/>
              </a:lnSpc>
              <a:spcBef>
                <a:spcPts val="0"/>
              </a:spcBef>
              <a:spcAft>
                <a:spcPts val="0"/>
              </a:spcAft>
              <a:buSzPts val="2800"/>
              <a:buChar char="○"/>
              <a:defRPr/>
            </a:lvl2pPr>
            <a:lvl3pPr marL="1371600" lvl="2" indent="-406400" algn="l">
              <a:lnSpc>
                <a:spcPct val="115000"/>
              </a:lnSpc>
              <a:spcBef>
                <a:spcPts val="0"/>
              </a:spcBef>
              <a:spcAft>
                <a:spcPts val="0"/>
              </a:spcAft>
              <a:buSzPts val="2800"/>
              <a:buChar char="■"/>
              <a:defRPr/>
            </a:lvl3pPr>
            <a:lvl4pPr marL="1828800" lvl="3" indent="-406400" algn="l">
              <a:lnSpc>
                <a:spcPct val="115000"/>
              </a:lnSpc>
              <a:spcBef>
                <a:spcPts val="0"/>
              </a:spcBef>
              <a:spcAft>
                <a:spcPts val="0"/>
              </a:spcAft>
              <a:buSzPts val="2800"/>
              <a:buChar char="●"/>
              <a:defRPr/>
            </a:lvl4pPr>
            <a:lvl5pPr marL="2286000" lvl="4" indent="-406400" algn="l">
              <a:lnSpc>
                <a:spcPct val="115000"/>
              </a:lnSpc>
              <a:spcBef>
                <a:spcPts val="0"/>
              </a:spcBef>
              <a:spcAft>
                <a:spcPts val="0"/>
              </a:spcAft>
              <a:buSzPts val="2800"/>
              <a:buChar char="○"/>
              <a:defRPr/>
            </a:lvl5pPr>
            <a:lvl6pPr marL="2743200" lvl="5" indent="-406400" algn="l">
              <a:lnSpc>
                <a:spcPct val="115000"/>
              </a:lnSpc>
              <a:spcBef>
                <a:spcPts val="0"/>
              </a:spcBef>
              <a:spcAft>
                <a:spcPts val="0"/>
              </a:spcAft>
              <a:buSzPts val="2800"/>
              <a:buChar char="■"/>
              <a:defRPr/>
            </a:lvl6pPr>
            <a:lvl7pPr marL="3200400" lvl="6" indent="-406400" algn="l">
              <a:lnSpc>
                <a:spcPct val="115000"/>
              </a:lnSpc>
              <a:spcBef>
                <a:spcPts val="0"/>
              </a:spcBef>
              <a:spcAft>
                <a:spcPts val="0"/>
              </a:spcAft>
              <a:buSzPts val="2800"/>
              <a:buChar char="●"/>
              <a:defRPr/>
            </a:lvl7pPr>
            <a:lvl8pPr marL="3657600" lvl="7" indent="-406400" algn="l">
              <a:lnSpc>
                <a:spcPct val="115000"/>
              </a:lnSpc>
              <a:spcBef>
                <a:spcPts val="0"/>
              </a:spcBef>
              <a:spcAft>
                <a:spcPts val="0"/>
              </a:spcAft>
              <a:buSzPts val="2800"/>
              <a:buChar char="○"/>
              <a:defRPr/>
            </a:lvl8pPr>
            <a:lvl9pPr marL="4114800" lvl="8" indent="-406400" algn="l">
              <a:lnSpc>
                <a:spcPct val="115000"/>
              </a:lnSpc>
              <a:spcBef>
                <a:spcPts val="0"/>
              </a:spcBef>
              <a:spcAft>
                <a:spcPts val="0"/>
              </a:spcAft>
              <a:buSzPts val="2800"/>
              <a:buChar char="■"/>
              <a:defRPr/>
            </a:lvl9pPr>
          </a:lstStyle>
          <a:p>
            <a:endParaRPr/>
          </a:p>
        </p:txBody>
      </p:sp>
      <p:sp>
        <p:nvSpPr>
          <p:cNvPr id="21" name="Google Shape;21;g31ccc60dc14_3_136"/>
          <p:cNvSpPr txBox="1">
            <a:spLocks noGrp="1"/>
          </p:cNvSpPr>
          <p:nvPr>
            <p:ph type="sldNum" idx="12"/>
          </p:nvPr>
        </p:nvSpPr>
        <p:spPr>
          <a:xfrm>
            <a:off x="16944916" y="9326434"/>
            <a:ext cx="1097400" cy="787200"/>
          </a:xfrm>
          <a:prstGeom prst="rect">
            <a:avLst/>
          </a:prstGeom>
          <a:noFill/>
          <a:ln>
            <a:noFill/>
          </a:ln>
        </p:spPr>
        <p:txBody>
          <a:bodyPr spcFirstLastPara="1" wrap="square" lIns="182850" tIns="182850" rIns="182850" bIns="182850" anchor="ctr" anchorCtr="0">
            <a:normAutofit/>
          </a:bodyPr>
          <a:lstStyle>
            <a:lvl1pPr marL="0" marR="0" lvl="0"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2"/>
        <p:cNvGrpSpPr/>
        <p:nvPr/>
      </p:nvGrpSpPr>
      <p:grpSpPr>
        <a:xfrm>
          <a:off x="0" y="0"/>
          <a:ext cx="0" cy="0"/>
          <a:chOff x="0" y="0"/>
          <a:chExt cx="0" cy="0"/>
        </a:xfrm>
      </p:grpSpPr>
      <p:sp>
        <p:nvSpPr>
          <p:cNvPr id="23" name="Google Shape;23;g31ccc60dc14_3_140"/>
          <p:cNvSpPr txBox="1">
            <a:spLocks noGrp="1"/>
          </p:cNvSpPr>
          <p:nvPr>
            <p:ph type="title"/>
          </p:nvPr>
        </p:nvSpPr>
        <p:spPr>
          <a:xfrm>
            <a:off x="623400" y="890050"/>
            <a:ext cx="17041200" cy="1145400"/>
          </a:xfrm>
          <a:prstGeom prst="rect">
            <a:avLst/>
          </a:prstGeom>
          <a:noFill/>
          <a:ln>
            <a:noFill/>
          </a:ln>
        </p:spPr>
        <p:txBody>
          <a:bodyPr spcFirstLastPara="1" wrap="square" lIns="182850" tIns="182850" rIns="182850" bIns="182850" anchor="t" anchorCtr="0">
            <a:normAutofit/>
          </a:bodyPr>
          <a:lstStyle>
            <a:lvl1pPr lvl="0" algn="l">
              <a:lnSpc>
                <a:spcPct val="100000"/>
              </a:lnSpc>
              <a:spcBef>
                <a:spcPts val="0"/>
              </a:spcBef>
              <a:spcAft>
                <a:spcPts val="0"/>
              </a:spcAft>
              <a:buSzPts val="5600"/>
              <a:buNone/>
              <a:defRPr/>
            </a:lvl1pPr>
            <a:lvl2pPr lvl="1" algn="l">
              <a:lnSpc>
                <a:spcPct val="100000"/>
              </a:lnSpc>
              <a:spcBef>
                <a:spcPts val="0"/>
              </a:spcBef>
              <a:spcAft>
                <a:spcPts val="0"/>
              </a:spcAft>
              <a:buSzPts val="5600"/>
              <a:buNone/>
              <a:defRPr/>
            </a:lvl2pPr>
            <a:lvl3pPr lvl="2" algn="l">
              <a:lnSpc>
                <a:spcPct val="100000"/>
              </a:lnSpc>
              <a:spcBef>
                <a:spcPts val="0"/>
              </a:spcBef>
              <a:spcAft>
                <a:spcPts val="0"/>
              </a:spcAft>
              <a:buSzPts val="5600"/>
              <a:buNone/>
              <a:defRPr/>
            </a:lvl3pPr>
            <a:lvl4pPr lvl="3" algn="l">
              <a:lnSpc>
                <a:spcPct val="100000"/>
              </a:lnSpc>
              <a:spcBef>
                <a:spcPts val="0"/>
              </a:spcBef>
              <a:spcAft>
                <a:spcPts val="0"/>
              </a:spcAft>
              <a:buSzPts val="5600"/>
              <a:buNone/>
              <a:defRPr/>
            </a:lvl4pPr>
            <a:lvl5pPr lvl="4" algn="l">
              <a:lnSpc>
                <a:spcPct val="100000"/>
              </a:lnSpc>
              <a:spcBef>
                <a:spcPts val="0"/>
              </a:spcBef>
              <a:spcAft>
                <a:spcPts val="0"/>
              </a:spcAft>
              <a:buSzPts val="5600"/>
              <a:buNone/>
              <a:defRPr/>
            </a:lvl5pPr>
            <a:lvl6pPr lvl="5" algn="l">
              <a:lnSpc>
                <a:spcPct val="100000"/>
              </a:lnSpc>
              <a:spcBef>
                <a:spcPts val="0"/>
              </a:spcBef>
              <a:spcAft>
                <a:spcPts val="0"/>
              </a:spcAft>
              <a:buSzPts val="5600"/>
              <a:buNone/>
              <a:defRPr/>
            </a:lvl6pPr>
            <a:lvl7pPr lvl="6" algn="l">
              <a:lnSpc>
                <a:spcPct val="100000"/>
              </a:lnSpc>
              <a:spcBef>
                <a:spcPts val="0"/>
              </a:spcBef>
              <a:spcAft>
                <a:spcPts val="0"/>
              </a:spcAft>
              <a:buSzPts val="5600"/>
              <a:buNone/>
              <a:defRPr/>
            </a:lvl7pPr>
            <a:lvl8pPr lvl="7" algn="l">
              <a:lnSpc>
                <a:spcPct val="100000"/>
              </a:lnSpc>
              <a:spcBef>
                <a:spcPts val="0"/>
              </a:spcBef>
              <a:spcAft>
                <a:spcPts val="0"/>
              </a:spcAft>
              <a:buSzPts val="5600"/>
              <a:buNone/>
              <a:defRPr/>
            </a:lvl8pPr>
            <a:lvl9pPr lvl="8" algn="l">
              <a:lnSpc>
                <a:spcPct val="100000"/>
              </a:lnSpc>
              <a:spcBef>
                <a:spcPts val="0"/>
              </a:spcBef>
              <a:spcAft>
                <a:spcPts val="0"/>
              </a:spcAft>
              <a:buSzPts val="5600"/>
              <a:buNone/>
              <a:defRPr/>
            </a:lvl9pPr>
          </a:lstStyle>
          <a:p>
            <a:endParaRPr/>
          </a:p>
        </p:txBody>
      </p:sp>
      <p:sp>
        <p:nvSpPr>
          <p:cNvPr id="24" name="Google Shape;24;g31ccc60dc14_3_140"/>
          <p:cNvSpPr txBox="1">
            <a:spLocks noGrp="1"/>
          </p:cNvSpPr>
          <p:nvPr>
            <p:ph type="body" idx="1"/>
          </p:nvPr>
        </p:nvSpPr>
        <p:spPr>
          <a:xfrm>
            <a:off x="623400" y="2304950"/>
            <a:ext cx="7999800" cy="6832800"/>
          </a:xfrm>
          <a:prstGeom prst="rect">
            <a:avLst/>
          </a:prstGeom>
          <a:noFill/>
          <a:ln>
            <a:noFill/>
          </a:ln>
        </p:spPr>
        <p:txBody>
          <a:bodyPr spcFirstLastPara="1" wrap="square" lIns="182850" tIns="182850" rIns="182850" bIns="182850" anchor="t" anchorCtr="0">
            <a:normAutofit/>
          </a:bodyPr>
          <a:lstStyle>
            <a:lvl1pPr marL="457200" lvl="0" indent="-406400" algn="l">
              <a:lnSpc>
                <a:spcPct val="115000"/>
              </a:lnSpc>
              <a:spcBef>
                <a:spcPts val="0"/>
              </a:spcBef>
              <a:spcAft>
                <a:spcPts val="0"/>
              </a:spcAft>
              <a:buSzPts val="2800"/>
              <a:buChar char="●"/>
              <a:defRPr sz="2800"/>
            </a:lvl1pPr>
            <a:lvl2pPr marL="914400" lvl="1" indent="-381000" algn="l">
              <a:lnSpc>
                <a:spcPct val="115000"/>
              </a:lnSpc>
              <a:spcBef>
                <a:spcPts val="0"/>
              </a:spcBef>
              <a:spcAft>
                <a:spcPts val="0"/>
              </a:spcAft>
              <a:buSzPts val="2400"/>
              <a:buChar char="○"/>
              <a:defRPr sz="2400"/>
            </a:lvl2pPr>
            <a:lvl3pPr marL="1371600" lvl="2" indent="-381000" algn="l">
              <a:lnSpc>
                <a:spcPct val="115000"/>
              </a:lnSpc>
              <a:spcBef>
                <a:spcPts val="0"/>
              </a:spcBef>
              <a:spcAft>
                <a:spcPts val="0"/>
              </a:spcAft>
              <a:buSzPts val="2400"/>
              <a:buChar char="■"/>
              <a:defRPr sz="2400"/>
            </a:lvl3pPr>
            <a:lvl4pPr marL="1828800" lvl="3" indent="-381000" algn="l">
              <a:lnSpc>
                <a:spcPct val="115000"/>
              </a:lnSpc>
              <a:spcBef>
                <a:spcPts val="0"/>
              </a:spcBef>
              <a:spcAft>
                <a:spcPts val="0"/>
              </a:spcAft>
              <a:buSzPts val="2400"/>
              <a:buChar char="●"/>
              <a:defRPr sz="2400"/>
            </a:lvl4pPr>
            <a:lvl5pPr marL="2286000" lvl="4" indent="-381000" algn="l">
              <a:lnSpc>
                <a:spcPct val="115000"/>
              </a:lnSpc>
              <a:spcBef>
                <a:spcPts val="0"/>
              </a:spcBef>
              <a:spcAft>
                <a:spcPts val="0"/>
              </a:spcAft>
              <a:buSzPts val="2400"/>
              <a:buChar char="○"/>
              <a:defRPr sz="2400"/>
            </a:lvl5pPr>
            <a:lvl6pPr marL="2743200" lvl="5" indent="-381000" algn="l">
              <a:lnSpc>
                <a:spcPct val="115000"/>
              </a:lnSpc>
              <a:spcBef>
                <a:spcPts val="0"/>
              </a:spcBef>
              <a:spcAft>
                <a:spcPts val="0"/>
              </a:spcAft>
              <a:buSzPts val="2400"/>
              <a:buChar char="■"/>
              <a:defRPr sz="2400"/>
            </a:lvl6pPr>
            <a:lvl7pPr marL="3200400" lvl="6" indent="-381000" algn="l">
              <a:lnSpc>
                <a:spcPct val="115000"/>
              </a:lnSpc>
              <a:spcBef>
                <a:spcPts val="0"/>
              </a:spcBef>
              <a:spcAft>
                <a:spcPts val="0"/>
              </a:spcAft>
              <a:buSzPts val="2400"/>
              <a:buChar char="●"/>
              <a:defRPr sz="2400"/>
            </a:lvl7pPr>
            <a:lvl8pPr marL="3657600" lvl="7" indent="-381000" algn="l">
              <a:lnSpc>
                <a:spcPct val="115000"/>
              </a:lnSpc>
              <a:spcBef>
                <a:spcPts val="0"/>
              </a:spcBef>
              <a:spcAft>
                <a:spcPts val="0"/>
              </a:spcAft>
              <a:buSzPts val="2400"/>
              <a:buChar char="○"/>
              <a:defRPr sz="2400"/>
            </a:lvl8pPr>
            <a:lvl9pPr marL="4114800" lvl="8" indent="-381000" algn="l">
              <a:lnSpc>
                <a:spcPct val="115000"/>
              </a:lnSpc>
              <a:spcBef>
                <a:spcPts val="0"/>
              </a:spcBef>
              <a:spcAft>
                <a:spcPts val="0"/>
              </a:spcAft>
              <a:buSzPts val="2400"/>
              <a:buChar char="■"/>
              <a:defRPr sz="2400"/>
            </a:lvl9pPr>
          </a:lstStyle>
          <a:p>
            <a:endParaRPr/>
          </a:p>
        </p:txBody>
      </p:sp>
      <p:sp>
        <p:nvSpPr>
          <p:cNvPr id="25" name="Google Shape;25;g31ccc60dc14_3_140"/>
          <p:cNvSpPr txBox="1">
            <a:spLocks noGrp="1"/>
          </p:cNvSpPr>
          <p:nvPr>
            <p:ph type="body" idx="2"/>
          </p:nvPr>
        </p:nvSpPr>
        <p:spPr>
          <a:xfrm>
            <a:off x="9664800" y="2304950"/>
            <a:ext cx="7999800" cy="6832800"/>
          </a:xfrm>
          <a:prstGeom prst="rect">
            <a:avLst/>
          </a:prstGeom>
          <a:noFill/>
          <a:ln>
            <a:noFill/>
          </a:ln>
        </p:spPr>
        <p:txBody>
          <a:bodyPr spcFirstLastPara="1" wrap="square" lIns="182850" tIns="182850" rIns="182850" bIns="182850" anchor="t" anchorCtr="0">
            <a:normAutofit/>
          </a:bodyPr>
          <a:lstStyle>
            <a:lvl1pPr marL="457200" lvl="0" indent="-406400" algn="l">
              <a:lnSpc>
                <a:spcPct val="115000"/>
              </a:lnSpc>
              <a:spcBef>
                <a:spcPts val="0"/>
              </a:spcBef>
              <a:spcAft>
                <a:spcPts val="0"/>
              </a:spcAft>
              <a:buSzPts val="2800"/>
              <a:buChar char="●"/>
              <a:defRPr sz="2800"/>
            </a:lvl1pPr>
            <a:lvl2pPr marL="914400" lvl="1" indent="-381000" algn="l">
              <a:lnSpc>
                <a:spcPct val="115000"/>
              </a:lnSpc>
              <a:spcBef>
                <a:spcPts val="0"/>
              </a:spcBef>
              <a:spcAft>
                <a:spcPts val="0"/>
              </a:spcAft>
              <a:buSzPts val="2400"/>
              <a:buChar char="○"/>
              <a:defRPr sz="2400"/>
            </a:lvl2pPr>
            <a:lvl3pPr marL="1371600" lvl="2" indent="-381000" algn="l">
              <a:lnSpc>
                <a:spcPct val="115000"/>
              </a:lnSpc>
              <a:spcBef>
                <a:spcPts val="0"/>
              </a:spcBef>
              <a:spcAft>
                <a:spcPts val="0"/>
              </a:spcAft>
              <a:buSzPts val="2400"/>
              <a:buChar char="■"/>
              <a:defRPr sz="2400"/>
            </a:lvl3pPr>
            <a:lvl4pPr marL="1828800" lvl="3" indent="-381000" algn="l">
              <a:lnSpc>
                <a:spcPct val="115000"/>
              </a:lnSpc>
              <a:spcBef>
                <a:spcPts val="0"/>
              </a:spcBef>
              <a:spcAft>
                <a:spcPts val="0"/>
              </a:spcAft>
              <a:buSzPts val="2400"/>
              <a:buChar char="●"/>
              <a:defRPr sz="2400"/>
            </a:lvl4pPr>
            <a:lvl5pPr marL="2286000" lvl="4" indent="-381000" algn="l">
              <a:lnSpc>
                <a:spcPct val="115000"/>
              </a:lnSpc>
              <a:spcBef>
                <a:spcPts val="0"/>
              </a:spcBef>
              <a:spcAft>
                <a:spcPts val="0"/>
              </a:spcAft>
              <a:buSzPts val="2400"/>
              <a:buChar char="○"/>
              <a:defRPr sz="2400"/>
            </a:lvl5pPr>
            <a:lvl6pPr marL="2743200" lvl="5" indent="-381000" algn="l">
              <a:lnSpc>
                <a:spcPct val="115000"/>
              </a:lnSpc>
              <a:spcBef>
                <a:spcPts val="0"/>
              </a:spcBef>
              <a:spcAft>
                <a:spcPts val="0"/>
              </a:spcAft>
              <a:buSzPts val="2400"/>
              <a:buChar char="■"/>
              <a:defRPr sz="2400"/>
            </a:lvl6pPr>
            <a:lvl7pPr marL="3200400" lvl="6" indent="-381000" algn="l">
              <a:lnSpc>
                <a:spcPct val="115000"/>
              </a:lnSpc>
              <a:spcBef>
                <a:spcPts val="0"/>
              </a:spcBef>
              <a:spcAft>
                <a:spcPts val="0"/>
              </a:spcAft>
              <a:buSzPts val="2400"/>
              <a:buChar char="●"/>
              <a:defRPr sz="2400"/>
            </a:lvl7pPr>
            <a:lvl8pPr marL="3657600" lvl="7" indent="-381000" algn="l">
              <a:lnSpc>
                <a:spcPct val="115000"/>
              </a:lnSpc>
              <a:spcBef>
                <a:spcPts val="0"/>
              </a:spcBef>
              <a:spcAft>
                <a:spcPts val="0"/>
              </a:spcAft>
              <a:buSzPts val="2400"/>
              <a:buChar char="○"/>
              <a:defRPr sz="2400"/>
            </a:lvl8pPr>
            <a:lvl9pPr marL="4114800" lvl="8" indent="-381000" algn="l">
              <a:lnSpc>
                <a:spcPct val="115000"/>
              </a:lnSpc>
              <a:spcBef>
                <a:spcPts val="0"/>
              </a:spcBef>
              <a:spcAft>
                <a:spcPts val="0"/>
              </a:spcAft>
              <a:buSzPts val="2400"/>
              <a:buChar char="■"/>
              <a:defRPr sz="2400"/>
            </a:lvl9pPr>
          </a:lstStyle>
          <a:p>
            <a:endParaRPr/>
          </a:p>
        </p:txBody>
      </p:sp>
      <p:sp>
        <p:nvSpPr>
          <p:cNvPr id="26" name="Google Shape;26;g31ccc60dc14_3_140"/>
          <p:cNvSpPr txBox="1">
            <a:spLocks noGrp="1"/>
          </p:cNvSpPr>
          <p:nvPr>
            <p:ph type="sldNum" idx="12"/>
          </p:nvPr>
        </p:nvSpPr>
        <p:spPr>
          <a:xfrm>
            <a:off x="16944916" y="9326434"/>
            <a:ext cx="1097400" cy="787200"/>
          </a:xfrm>
          <a:prstGeom prst="rect">
            <a:avLst/>
          </a:prstGeom>
          <a:noFill/>
          <a:ln>
            <a:noFill/>
          </a:ln>
        </p:spPr>
        <p:txBody>
          <a:bodyPr spcFirstLastPara="1" wrap="square" lIns="182850" tIns="182850" rIns="182850" bIns="182850" anchor="ctr" anchorCtr="0">
            <a:normAutofit/>
          </a:bodyPr>
          <a:lstStyle>
            <a:lvl1pPr marL="0" marR="0" lvl="0"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7"/>
        <p:cNvGrpSpPr/>
        <p:nvPr/>
      </p:nvGrpSpPr>
      <p:grpSpPr>
        <a:xfrm>
          <a:off x="0" y="0"/>
          <a:ext cx="0" cy="0"/>
          <a:chOff x="0" y="0"/>
          <a:chExt cx="0" cy="0"/>
        </a:xfrm>
      </p:grpSpPr>
      <p:sp>
        <p:nvSpPr>
          <p:cNvPr id="28" name="Google Shape;28;g31ccc60dc14_3_145"/>
          <p:cNvSpPr txBox="1">
            <a:spLocks noGrp="1"/>
          </p:cNvSpPr>
          <p:nvPr>
            <p:ph type="title"/>
          </p:nvPr>
        </p:nvSpPr>
        <p:spPr>
          <a:xfrm>
            <a:off x="623400" y="890050"/>
            <a:ext cx="17041200" cy="1145400"/>
          </a:xfrm>
          <a:prstGeom prst="rect">
            <a:avLst/>
          </a:prstGeom>
          <a:noFill/>
          <a:ln>
            <a:noFill/>
          </a:ln>
        </p:spPr>
        <p:txBody>
          <a:bodyPr spcFirstLastPara="1" wrap="square" lIns="182850" tIns="182850" rIns="182850" bIns="182850" anchor="t" anchorCtr="0">
            <a:normAutofit/>
          </a:bodyPr>
          <a:lstStyle>
            <a:lvl1pPr lvl="0" algn="l">
              <a:lnSpc>
                <a:spcPct val="100000"/>
              </a:lnSpc>
              <a:spcBef>
                <a:spcPts val="0"/>
              </a:spcBef>
              <a:spcAft>
                <a:spcPts val="0"/>
              </a:spcAft>
              <a:buSzPts val="5600"/>
              <a:buNone/>
              <a:defRPr/>
            </a:lvl1pPr>
            <a:lvl2pPr lvl="1" algn="l">
              <a:lnSpc>
                <a:spcPct val="100000"/>
              </a:lnSpc>
              <a:spcBef>
                <a:spcPts val="0"/>
              </a:spcBef>
              <a:spcAft>
                <a:spcPts val="0"/>
              </a:spcAft>
              <a:buSzPts val="5600"/>
              <a:buNone/>
              <a:defRPr/>
            </a:lvl2pPr>
            <a:lvl3pPr lvl="2" algn="l">
              <a:lnSpc>
                <a:spcPct val="100000"/>
              </a:lnSpc>
              <a:spcBef>
                <a:spcPts val="0"/>
              </a:spcBef>
              <a:spcAft>
                <a:spcPts val="0"/>
              </a:spcAft>
              <a:buSzPts val="5600"/>
              <a:buNone/>
              <a:defRPr/>
            </a:lvl3pPr>
            <a:lvl4pPr lvl="3" algn="l">
              <a:lnSpc>
                <a:spcPct val="100000"/>
              </a:lnSpc>
              <a:spcBef>
                <a:spcPts val="0"/>
              </a:spcBef>
              <a:spcAft>
                <a:spcPts val="0"/>
              </a:spcAft>
              <a:buSzPts val="5600"/>
              <a:buNone/>
              <a:defRPr/>
            </a:lvl4pPr>
            <a:lvl5pPr lvl="4" algn="l">
              <a:lnSpc>
                <a:spcPct val="100000"/>
              </a:lnSpc>
              <a:spcBef>
                <a:spcPts val="0"/>
              </a:spcBef>
              <a:spcAft>
                <a:spcPts val="0"/>
              </a:spcAft>
              <a:buSzPts val="5600"/>
              <a:buNone/>
              <a:defRPr/>
            </a:lvl5pPr>
            <a:lvl6pPr lvl="5" algn="l">
              <a:lnSpc>
                <a:spcPct val="100000"/>
              </a:lnSpc>
              <a:spcBef>
                <a:spcPts val="0"/>
              </a:spcBef>
              <a:spcAft>
                <a:spcPts val="0"/>
              </a:spcAft>
              <a:buSzPts val="5600"/>
              <a:buNone/>
              <a:defRPr/>
            </a:lvl6pPr>
            <a:lvl7pPr lvl="6" algn="l">
              <a:lnSpc>
                <a:spcPct val="100000"/>
              </a:lnSpc>
              <a:spcBef>
                <a:spcPts val="0"/>
              </a:spcBef>
              <a:spcAft>
                <a:spcPts val="0"/>
              </a:spcAft>
              <a:buSzPts val="5600"/>
              <a:buNone/>
              <a:defRPr/>
            </a:lvl7pPr>
            <a:lvl8pPr lvl="7" algn="l">
              <a:lnSpc>
                <a:spcPct val="100000"/>
              </a:lnSpc>
              <a:spcBef>
                <a:spcPts val="0"/>
              </a:spcBef>
              <a:spcAft>
                <a:spcPts val="0"/>
              </a:spcAft>
              <a:buSzPts val="5600"/>
              <a:buNone/>
              <a:defRPr/>
            </a:lvl8pPr>
            <a:lvl9pPr lvl="8" algn="l">
              <a:lnSpc>
                <a:spcPct val="100000"/>
              </a:lnSpc>
              <a:spcBef>
                <a:spcPts val="0"/>
              </a:spcBef>
              <a:spcAft>
                <a:spcPts val="0"/>
              </a:spcAft>
              <a:buSzPts val="5600"/>
              <a:buNone/>
              <a:defRPr/>
            </a:lvl9pPr>
          </a:lstStyle>
          <a:p>
            <a:endParaRPr/>
          </a:p>
        </p:txBody>
      </p:sp>
      <p:sp>
        <p:nvSpPr>
          <p:cNvPr id="29" name="Google Shape;29;g31ccc60dc14_3_145"/>
          <p:cNvSpPr txBox="1">
            <a:spLocks noGrp="1"/>
          </p:cNvSpPr>
          <p:nvPr>
            <p:ph type="sldNum" idx="12"/>
          </p:nvPr>
        </p:nvSpPr>
        <p:spPr>
          <a:xfrm>
            <a:off x="16944916" y="9326434"/>
            <a:ext cx="1097400" cy="787200"/>
          </a:xfrm>
          <a:prstGeom prst="rect">
            <a:avLst/>
          </a:prstGeom>
          <a:noFill/>
          <a:ln>
            <a:noFill/>
          </a:ln>
        </p:spPr>
        <p:txBody>
          <a:bodyPr spcFirstLastPara="1" wrap="square" lIns="182850" tIns="182850" rIns="182850" bIns="182850" anchor="ctr" anchorCtr="0">
            <a:normAutofit/>
          </a:bodyPr>
          <a:lstStyle>
            <a:lvl1pPr marL="0" marR="0" lvl="0"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30"/>
        <p:cNvGrpSpPr/>
        <p:nvPr/>
      </p:nvGrpSpPr>
      <p:grpSpPr>
        <a:xfrm>
          <a:off x="0" y="0"/>
          <a:ext cx="0" cy="0"/>
          <a:chOff x="0" y="0"/>
          <a:chExt cx="0" cy="0"/>
        </a:xfrm>
      </p:grpSpPr>
      <p:sp>
        <p:nvSpPr>
          <p:cNvPr id="31" name="Google Shape;31;g31ccc60dc14_3_148"/>
          <p:cNvSpPr txBox="1">
            <a:spLocks noGrp="1"/>
          </p:cNvSpPr>
          <p:nvPr>
            <p:ph type="title"/>
          </p:nvPr>
        </p:nvSpPr>
        <p:spPr>
          <a:xfrm>
            <a:off x="623400" y="1111200"/>
            <a:ext cx="5616000" cy="1511400"/>
          </a:xfrm>
          <a:prstGeom prst="rect">
            <a:avLst/>
          </a:prstGeom>
          <a:noFill/>
          <a:ln>
            <a:noFill/>
          </a:ln>
        </p:spPr>
        <p:txBody>
          <a:bodyPr spcFirstLastPara="1" wrap="square" lIns="182850" tIns="182850" rIns="182850" bIns="182850" anchor="b" anchorCtr="0">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a:endParaRPr/>
          </a:p>
        </p:txBody>
      </p:sp>
      <p:sp>
        <p:nvSpPr>
          <p:cNvPr id="32" name="Google Shape;32;g31ccc60dc14_3_148"/>
          <p:cNvSpPr txBox="1">
            <a:spLocks noGrp="1"/>
          </p:cNvSpPr>
          <p:nvPr>
            <p:ph type="body" idx="1"/>
          </p:nvPr>
        </p:nvSpPr>
        <p:spPr>
          <a:xfrm>
            <a:off x="623400" y="2779200"/>
            <a:ext cx="5616000" cy="6358800"/>
          </a:xfrm>
          <a:prstGeom prst="rect">
            <a:avLst/>
          </a:prstGeom>
          <a:noFill/>
          <a:ln>
            <a:noFill/>
          </a:ln>
        </p:spPr>
        <p:txBody>
          <a:bodyPr spcFirstLastPara="1" wrap="square" lIns="182850" tIns="182850" rIns="182850" bIns="182850" anchor="t" anchorCtr="0">
            <a:normAutofit/>
          </a:bodyPr>
          <a:lstStyle>
            <a:lvl1pPr marL="457200" lvl="0" indent="-381000" algn="l">
              <a:lnSpc>
                <a:spcPct val="115000"/>
              </a:lnSpc>
              <a:spcBef>
                <a:spcPts val="0"/>
              </a:spcBef>
              <a:spcAft>
                <a:spcPts val="0"/>
              </a:spcAft>
              <a:buSzPts val="2400"/>
              <a:buChar char="●"/>
              <a:defRPr sz="2400"/>
            </a:lvl1pPr>
            <a:lvl2pPr marL="914400" lvl="1" indent="-381000" algn="l">
              <a:lnSpc>
                <a:spcPct val="115000"/>
              </a:lnSpc>
              <a:spcBef>
                <a:spcPts val="0"/>
              </a:spcBef>
              <a:spcAft>
                <a:spcPts val="0"/>
              </a:spcAft>
              <a:buSzPts val="2400"/>
              <a:buChar char="○"/>
              <a:defRPr sz="2400"/>
            </a:lvl2pPr>
            <a:lvl3pPr marL="1371600" lvl="2" indent="-381000" algn="l">
              <a:lnSpc>
                <a:spcPct val="115000"/>
              </a:lnSpc>
              <a:spcBef>
                <a:spcPts val="0"/>
              </a:spcBef>
              <a:spcAft>
                <a:spcPts val="0"/>
              </a:spcAft>
              <a:buSzPts val="2400"/>
              <a:buChar char="■"/>
              <a:defRPr sz="2400"/>
            </a:lvl3pPr>
            <a:lvl4pPr marL="1828800" lvl="3" indent="-381000" algn="l">
              <a:lnSpc>
                <a:spcPct val="115000"/>
              </a:lnSpc>
              <a:spcBef>
                <a:spcPts val="0"/>
              </a:spcBef>
              <a:spcAft>
                <a:spcPts val="0"/>
              </a:spcAft>
              <a:buSzPts val="2400"/>
              <a:buChar char="●"/>
              <a:defRPr sz="2400"/>
            </a:lvl4pPr>
            <a:lvl5pPr marL="2286000" lvl="4" indent="-381000" algn="l">
              <a:lnSpc>
                <a:spcPct val="115000"/>
              </a:lnSpc>
              <a:spcBef>
                <a:spcPts val="0"/>
              </a:spcBef>
              <a:spcAft>
                <a:spcPts val="0"/>
              </a:spcAft>
              <a:buSzPts val="2400"/>
              <a:buChar char="○"/>
              <a:defRPr sz="2400"/>
            </a:lvl5pPr>
            <a:lvl6pPr marL="2743200" lvl="5" indent="-381000" algn="l">
              <a:lnSpc>
                <a:spcPct val="115000"/>
              </a:lnSpc>
              <a:spcBef>
                <a:spcPts val="0"/>
              </a:spcBef>
              <a:spcAft>
                <a:spcPts val="0"/>
              </a:spcAft>
              <a:buSzPts val="2400"/>
              <a:buChar char="■"/>
              <a:defRPr sz="2400"/>
            </a:lvl6pPr>
            <a:lvl7pPr marL="3200400" lvl="6" indent="-381000" algn="l">
              <a:lnSpc>
                <a:spcPct val="115000"/>
              </a:lnSpc>
              <a:spcBef>
                <a:spcPts val="0"/>
              </a:spcBef>
              <a:spcAft>
                <a:spcPts val="0"/>
              </a:spcAft>
              <a:buSzPts val="2400"/>
              <a:buChar char="●"/>
              <a:defRPr sz="2400"/>
            </a:lvl7pPr>
            <a:lvl8pPr marL="3657600" lvl="7" indent="-381000" algn="l">
              <a:lnSpc>
                <a:spcPct val="115000"/>
              </a:lnSpc>
              <a:spcBef>
                <a:spcPts val="0"/>
              </a:spcBef>
              <a:spcAft>
                <a:spcPts val="0"/>
              </a:spcAft>
              <a:buSzPts val="2400"/>
              <a:buChar char="○"/>
              <a:defRPr sz="2400"/>
            </a:lvl8pPr>
            <a:lvl9pPr marL="4114800" lvl="8" indent="-381000" algn="l">
              <a:lnSpc>
                <a:spcPct val="115000"/>
              </a:lnSpc>
              <a:spcBef>
                <a:spcPts val="0"/>
              </a:spcBef>
              <a:spcAft>
                <a:spcPts val="0"/>
              </a:spcAft>
              <a:buSzPts val="2400"/>
              <a:buChar char="■"/>
              <a:defRPr sz="2400"/>
            </a:lvl9pPr>
          </a:lstStyle>
          <a:p>
            <a:endParaRPr/>
          </a:p>
        </p:txBody>
      </p:sp>
      <p:sp>
        <p:nvSpPr>
          <p:cNvPr id="33" name="Google Shape;33;g31ccc60dc14_3_148"/>
          <p:cNvSpPr txBox="1">
            <a:spLocks noGrp="1"/>
          </p:cNvSpPr>
          <p:nvPr>
            <p:ph type="sldNum" idx="12"/>
          </p:nvPr>
        </p:nvSpPr>
        <p:spPr>
          <a:xfrm>
            <a:off x="16944916" y="9326434"/>
            <a:ext cx="1097400" cy="787200"/>
          </a:xfrm>
          <a:prstGeom prst="rect">
            <a:avLst/>
          </a:prstGeom>
          <a:noFill/>
          <a:ln>
            <a:noFill/>
          </a:ln>
        </p:spPr>
        <p:txBody>
          <a:bodyPr spcFirstLastPara="1" wrap="square" lIns="182850" tIns="182850" rIns="182850" bIns="182850" anchor="ctr" anchorCtr="0">
            <a:normAutofit/>
          </a:bodyPr>
          <a:lstStyle>
            <a:lvl1pPr marL="0" marR="0" lvl="0"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4"/>
        <p:cNvGrpSpPr/>
        <p:nvPr/>
      </p:nvGrpSpPr>
      <p:grpSpPr>
        <a:xfrm>
          <a:off x="0" y="0"/>
          <a:ext cx="0" cy="0"/>
          <a:chOff x="0" y="0"/>
          <a:chExt cx="0" cy="0"/>
        </a:xfrm>
      </p:grpSpPr>
      <p:sp>
        <p:nvSpPr>
          <p:cNvPr id="35" name="Google Shape;35;g31ccc60dc14_3_152"/>
          <p:cNvSpPr txBox="1">
            <a:spLocks noGrp="1"/>
          </p:cNvSpPr>
          <p:nvPr>
            <p:ph type="title"/>
          </p:nvPr>
        </p:nvSpPr>
        <p:spPr>
          <a:xfrm>
            <a:off x="980500" y="900300"/>
            <a:ext cx="12735600" cy="8181600"/>
          </a:xfrm>
          <a:prstGeom prst="rect">
            <a:avLst/>
          </a:prstGeom>
          <a:noFill/>
          <a:ln>
            <a:noFill/>
          </a:ln>
        </p:spPr>
        <p:txBody>
          <a:bodyPr spcFirstLastPara="1" wrap="square" lIns="182850" tIns="182850" rIns="182850" bIns="182850" anchor="ctr" anchorCtr="0">
            <a:normAutofit/>
          </a:bodyPr>
          <a:lstStyle>
            <a:lvl1pPr lvl="0" algn="l">
              <a:lnSpc>
                <a:spcPct val="100000"/>
              </a:lnSpc>
              <a:spcBef>
                <a:spcPts val="0"/>
              </a:spcBef>
              <a:spcAft>
                <a:spcPts val="0"/>
              </a:spcAft>
              <a:buSzPts val="9600"/>
              <a:buNone/>
              <a:defRPr sz="9600"/>
            </a:lvl1pPr>
            <a:lvl2pPr lvl="1" algn="l">
              <a:lnSpc>
                <a:spcPct val="100000"/>
              </a:lnSpc>
              <a:spcBef>
                <a:spcPts val="0"/>
              </a:spcBef>
              <a:spcAft>
                <a:spcPts val="0"/>
              </a:spcAft>
              <a:buSzPts val="9600"/>
              <a:buNone/>
              <a:defRPr sz="9600"/>
            </a:lvl2pPr>
            <a:lvl3pPr lvl="2" algn="l">
              <a:lnSpc>
                <a:spcPct val="100000"/>
              </a:lnSpc>
              <a:spcBef>
                <a:spcPts val="0"/>
              </a:spcBef>
              <a:spcAft>
                <a:spcPts val="0"/>
              </a:spcAft>
              <a:buSzPts val="9600"/>
              <a:buNone/>
              <a:defRPr sz="9600"/>
            </a:lvl3pPr>
            <a:lvl4pPr lvl="3" algn="l">
              <a:lnSpc>
                <a:spcPct val="100000"/>
              </a:lnSpc>
              <a:spcBef>
                <a:spcPts val="0"/>
              </a:spcBef>
              <a:spcAft>
                <a:spcPts val="0"/>
              </a:spcAft>
              <a:buSzPts val="9600"/>
              <a:buNone/>
              <a:defRPr sz="9600"/>
            </a:lvl4pPr>
            <a:lvl5pPr lvl="4" algn="l">
              <a:lnSpc>
                <a:spcPct val="100000"/>
              </a:lnSpc>
              <a:spcBef>
                <a:spcPts val="0"/>
              </a:spcBef>
              <a:spcAft>
                <a:spcPts val="0"/>
              </a:spcAft>
              <a:buSzPts val="9600"/>
              <a:buNone/>
              <a:defRPr sz="9600"/>
            </a:lvl5pPr>
            <a:lvl6pPr lvl="5" algn="l">
              <a:lnSpc>
                <a:spcPct val="100000"/>
              </a:lnSpc>
              <a:spcBef>
                <a:spcPts val="0"/>
              </a:spcBef>
              <a:spcAft>
                <a:spcPts val="0"/>
              </a:spcAft>
              <a:buSzPts val="9600"/>
              <a:buNone/>
              <a:defRPr sz="9600"/>
            </a:lvl6pPr>
            <a:lvl7pPr lvl="6" algn="l">
              <a:lnSpc>
                <a:spcPct val="100000"/>
              </a:lnSpc>
              <a:spcBef>
                <a:spcPts val="0"/>
              </a:spcBef>
              <a:spcAft>
                <a:spcPts val="0"/>
              </a:spcAft>
              <a:buSzPts val="9600"/>
              <a:buNone/>
              <a:defRPr sz="9600"/>
            </a:lvl7pPr>
            <a:lvl8pPr lvl="7" algn="l">
              <a:lnSpc>
                <a:spcPct val="100000"/>
              </a:lnSpc>
              <a:spcBef>
                <a:spcPts val="0"/>
              </a:spcBef>
              <a:spcAft>
                <a:spcPts val="0"/>
              </a:spcAft>
              <a:buSzPts val="9600"/>
              <a:buNone/>
              <a:defRPr sz="9600"/>
            </a:lvl8pPr>
            <a:lvl9pPr lvl="8" algn="l">
              <a:lnSpc>
                <a:spcPct val="100000"/>
              </a:lnSpc>
              <a:spcBef>
                <a:spcPts val="0"/>
              </a:spcBef>
              <a:spcAft>
                <a:spcPts val="0"/>
              </a:spcAft>
              <a:buSzPts val="9600"/>
              <a:buNone/>
              <a:defRPr sz="9600"/>
            </a:lvl9pPr>
          </a:lstStyle>
          <a:p>
            <a:endParaRPr/>
          </a:p>
        </p:txBody>
      </p:sp>
      <p:sp>
        <p:nvSpPr>
          <p:cNvPr id="36" name="Google Shape;36;g31ccc60dc14_3_152"/>
          <p:cNvSpPr txBox="1">
            <a:spLocks noGrp="1"/>
          </p:cNvSpPr>
          <p:nvPr>
            <p:ph type="sldNum" idx="12"/>
          </p:nvPr>
        </p:nvSpPr>
        <p:spPr>
          <a:xfrm>
            <a:off x="16944916" y="9326434"/>
            <a:ext cx="1097400" cy="787200"/>
          </a:xfrm>
          <a:prstGeom prst="rect">
            <a:avLst/>
          </a:prstGeom>
          <a:noFill/>
          <a:ln>
            <a:noFill/>
          </a:ln>
        </p:spPr>
        <p:txBody>
          <a:bodyPr spcFirstLastPara="1" wrap="square" lIns="182850" tIns="182850" rIns="182850" bIns="182850" anchor="ctr" anchorCtr="0">
            <a:normAutofit/>
          </a:bodyPr>
          <a:lstStyle>
            <a:lvl1pPr marL="0" marR="0" lvl="0"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7"/>
        <p:cNvGrpSpPr/>
        <p:nvPr/>
      </p:nvGrpSpPr>
      <p:grpSpPr>
        <a:xfrm>
          <a:off x="0" y="0"/>
          <a:ext cx="0" cy="0"/>
          <a:chOff x="0" y="0"/>
          <a:chExt cx="0" cy="0"/>
        </a:xfrm>
      </p:grpSpPr>
      <p:sp>
        <p:nvSpPr>
          <p:cNvPr id="38" name="Google Shape;38;g31ccc60dc14_3_155"/>
          <p:cNvSpPr/>
          <p:nvPr/>
        </p:nvSpPr>
        <p:spPr>
          <a:xfrm>
            <a:off x="9144000" y="-250"/>
            <a:ext cx="9144000" cy="10287000"/>
          </a:xfrm>
          <a:prstGeom prst="rect">
            <a:avLst/>
          </a:prstGeom>
          <a:solidFill>
            <a:schemeClr val="lt2"/>
          </a:solidFill>
          <a:ln>
            <a:noFill/>
          </a:ln>
        </p:spPr>
        <p:txBody>
          <a:bodyPr spcFirstLastPara="1" wrap="square" lIns="182850" tIns="182850" rIns="182850" bIns="18285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9" name="Google Shape;39;g31ccc60dc14_3_155"/>
          <p:cNvSpPr txBox="1">
            <a:spLocks noGrp="1"/>
          </p:cNvSpPr>
          <p:nvPr>
            <p:ph type="title"/>
          </p:nvPr>
        </p:nvSpPr>
        <p:spPr>
          <a:xfrm>
            <a:off x="531000" y="2466350"/>
            <a:ext cx="8090400" cy="2964600"/>
          </a:xfrm>
          <a:prstGeom prst="rect">
            <a:avLst/>
          </a:prstGeom>
          <a:noFill/>
          <a:ln>
            <a:noFill/>
          </a:ln>
        </p:spPr>
        <p:txBody>
          <a:bodyPr spcFirstLastPara="1" wrap="square" lIns="182850" tIns="182850" rIns="182850" bIns="182850" anchor="b" anchorCtr="0">
            <a:normAutofit/>
          </a:bodyPr>
          <a:lstStyle>
            <a:lvl1pPr lvl="0" algn="ctr">
              <a:lnSpc>
                <a:spcPct val="100000"/>
              </a:lnSpc>
              <a:spcBef>
                <a:spcPts val="0"/>
              </a:spcBef>
              <a:spcAft>
                <a:spcPts val="0"/>
              </a:spcAft>
              <a:buSzPts val="8400"/>
              <a:buNone/>
              <a:defRPr sz="8400"/>
            </a:lvl1pPr>
            <a:lvl2pPr lvl="1" algn="ctr">
              <a:lnSpc>
                <a:spcPct val="100000"/>
              </a:lnSpc>
              <a:spcBef>
                <a:spcPts val="0"/>
              </a:spcBef>
              <a:spcAft>
                <a:spcPts val="0"/>
              </a:spcAft>
              <a:buSzPts val="8400"/>
              <a:buNone/>
              <a:defRPr sz="8400"/>
            </a:lvl2pPr>
            <a:lvl3pPr lvl="2" algn="ctr">
              <a:lnSpc>
                <a:spcPct val="100000"/>
              </a:lnSpc>
              <a:spcBef>
                <a:spcPts val="0"/>
              </a:spcBef>
              <a:spcAft>
                <a:spcPts val="0"/>
              </a:spcAft>
              <a:buSzPts val="8400"/>
              <a:buNone/>
              <a:defRPr sz="8400"/>
            </a:lvl3pPr>
            <a:lvl4pPr lvl="3" algn="ctr">
              <a:lnSpc>
                <a:spcPct val="100000"/>
              </a:lnSpc>
              <a:spcBef>
                <a:spcPts val="0"/>
              </a:spcBef>
              <a:spcAft>
                <a:spcPts val="0"/>
              </a:spcAft>
              <a:buSzPts val="8400"/>
              <a:buNone/>
              <a:defRPr sz="8400"/>
            </a:lvl4pPr>
            <a:lvl5pPr lvl="4" algn="ctr">
              <a:lnSpc>
                <a:spcPct val="100000"/>
              </a:lnSpc>
              <a:spcBef>
                <a:spcPts val="0"/>
              </a:spcBef>
              <a:spcAft>
                <a:spcPts val="0"/>
              </a:spcAft>
              <a:buSzPts val="8400"/>
              <a:buNone/>
              <a:defRPr sz="8400"/>
            </a:lvl5pPr>
            <a:lvl6pPr lvl="5" algn="ctr">
              <a:lnSpc>
                <a:spcPct val="100000"/>
              </a:lnSpc>
              <a:spcBef>
                <a:spcPts val="0"/>
              </a:spcBef>
              <a:spcAft>
                <a:spcPts val="0"/>
              </a:spcAft>
              <a:buSzPts val="8400"/>
              <a:buNone/>
              <a:defRPr sz="8400"/>
            </a:lvl6pPr>
            <a:lvl7pPr lvl="6" algn="ctr">
              <a:lnSpc>
                <a:spcPct val="100000"/>
              </a:lnSpc>
              <a:spcBef>
                <a:spcPts val="0"/>
              </a:spcBef>
              <a:spcAft>
                <a:spcPts val="0"/>
              </a:spcAft>
              <a:buSzPts val="8400"/>
              <a:buNone/>
              <a:defRPr sz="8400"/>
            </a:lvl7pPr>
            <a:lvl8pPr lvl="7" algn="ctr">
              <a:lnSpc>
                <a:spcPct val="100000"/>
              </a:lnSpc>
              <a:spcBef>
                <a:spcPts val="0"/>
              </a:spcBef>
              <a:spcAft>
                <a:spcPts val="0"/>
              </a:spcAft>
              <a:buSzPts val="8400"/>
              <a:buNone/>
              <a:defRPr sz="8400"/>
            </a:lvl8pPr>
            <a:lvl9pPr lvl="8" algn="ctr">
              <a:lnSpc>
                <a:spcPct val="100000"/>
              </a:lnSpc>
              <a:spcBef>
                <a:spcPts val="0"/>
              </a:spcBef>
              <a:spcAft>
                <a:spcPts val="0"/>
              </a:spcAft>
              <a:buSzPts val="8400"/>
              <a:buNone/>
              <a:defRPr sz="8400"/>
            </a:lvl9pPr>
          </a:lstStyle>
          <a:p>
            <a:endParaRPr/>
          </a:p>
        </p:txBody>
      </p:sp>
      <p:sp>
        <p:nvSpPr>
          <p:cNvPr id="40" name="Google Shape;40;g31ccc60dc14_3_155"/>
          <p:cNvSpPr txBox="1">
            <a:spLocks noGrp="1"/>
          </p:cNvSpPr>
          <p:nvPr>
            <p:ph type="subTitle" idx="1"/>
          </p:nvPr>
        </p:nvSpPr>
        <p:spPr>
          <a:xfrm>
            <a:off x="531000" y="5606150"/>
            <a:ext cx="8090400" cy="2470200"/>
          </a:xfrm>
          <a:prstGeom prst="rect">
            <a:avLst/>
          </a:prstGeom>
          <a:noFill/>
          <a:ln>
            <a:noFill/>
          </a:ln>
        </p:spPr>
        <p:txBody>
          <a:bodyPr spcFirstLastPara="1" wrap="square" lIns="182850" tIns="182850" rIns="182850" bIns="182850" anchor="t" anchorCtr="0">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a:endParaRPr/>
          </a:p>
        </p:txBody>
      </p:sp>
      <p:sp>
        <p:nvSpPr>
          <p:cNvPr id="41" name="Google Shape;41;g31ccc60dc14_3_155"/>
          <p:cNvSpPr txBox="1">
            <a:spLocks noGrp="1"/>
          </p:cNvSpPr>
          <p:nvPr>
            <p:ph type="body" idx="2"/>
          </p:nvPr>
        </p:nvSpPr>
        <p:spPr>
          <a:xfrm>
            <a:off x="9879000" y="1448150"/>
            <a:ext cx="7674000" cy="7390200"/>
          </a:xfrm>
          <a:prstGeom prst="rect">
            <a:avLst/>
          </a:prstGeom>
          <a:noFill/>
          <a:ln>
            <a:noFill/>
          </a:ln>
        </p:spPr>
        <p:txBody>
          <a:bodyPr spcFirstLastPara="1" wrap="square" lIns="182850" tIns="182850" rIns="182850" bIns="182850" anchor="ctr" anchorCtr="0">
            <a:normAutofit/>
          </a:bodyPr>
          <a:lstStyle>
            <a:lvl1pPr marL="457200" lvl="0" indent="-457200" algn="l">
              <a:lnSpc>
                <a:spcPct val="115000"/>
              </a:lnSpc>
              <a:spcBef>
                <a:spcPts val="0"/>
              </a:spcBef>
              <a:spcAft>
                <a:spcPts val="0"/>
              </a:spcAft>
              <a:buSzPts val="3600"/>
              <a:buChar char="●"/>
              <a:defRPr/>
            </a:lvl1pPr>
            <a:lvl2pPr marL="914400" lvl="1" indent="-406400" algn="l">
              <a:lnSpc>
                <a:spcPct val="115000"/>
              </a:lnSpc>
              <a:spcBef>
                <a:spcPts val="0"/>
              </a:spcBef>
              <a:spcAft>
                <a:spcPts val="0"/>
              </a:spcAft>
              <a:buSzPts val="2800"/>
              <a:buChar char="○"/>
              <a:defRPr/>
            </a:lvl2pPr>
            <a:lvl3pPr marL="1371600" lvl="2" indent="-406400" algn="l">
              <a:lnSpc>
                <a:spcPct val="115000"/>
              </a:lnSpc>
              <a:spcBef>
                <a:spcPts val="0"/>
              </a:spcBef>
              <a:spcAft>
                <a:spcPts val="0"/>
              </a:spcAft>
              <a:buSzPts val="2800"/>
              <a:buChar char="■"/>
              <a:defRPr/>
            </a:lvl3pPr>
            <a:lvl4pPr marL="1828800" lvl="3" indent="-406400" algn="l">
              <a:lnSpc>
                <a:spcPct val="115000"/>
              </a:lnSpc>
              <a:spcBef>
                <a:spcPts val="0"/>
              </a:spcBef>
              <a:spcAft>
                <a:spcPts val="0"/>
              </a:spcAft>
              <a:buSzPts val="2800"/>
              <a:buChar char="●"/>
              <a:defRPr/>
            </a:lvl4pPr>
            <a:lvl5pPr marL="2286000" lvl="4" indent="-406400" algn="l">
              <a:lnSpc>
                <a:spcPct val="115000"/>
              </a:lnSpc>
              <a:spcBef>
                <a:spcPts val="0"/>
              </a:spcBef>
              <a:spcAft>
                <a:spcPts val="0"/>
              </a:spcAft>
              <a:buSzPts val="2800"/>
              <a:buChar char="○"/>
              <a:defRPr/>
            </a:lvl5pPr>
            <a:lvl6pPr marL="2743200" lvl="5" indent="-406400" algn="l">
              <a:lnSpc>
                <a:spcPct val="115000"/>
              </a:lnSpc>
              <a:spcBef>
                <a:spcPts val="0"/>
              </a:spcBef>
              <a:spcAft>
                <a:spcPts val="0"/>
              </a:spcAft>
              <a:buSzPts val="2800"/>
              <a:buChar char="■"/>
              <a:defRPr/>
            </a:lvl6pPr>
            <a:lvl7pPr marL="3200400" lvl="6" indent="-406400" algn="l">
              <a:lnSpc>
                <a:spcPct val="115000"/>
              </a:lnSpc>
              <a:spcBef>
                <a:spcPts val="0"/>
              </a:spcBef>
              <a:spcAft>
                <a:spcPts val="0"/>
              </a:spcAft>
              <a:buSzPts val="2800"/>
              <a:buChar char="●"/>
              <a:defRPr/>
            </a:lvl7pPr>
            <a:lvl8pPr marL="3657600" lvl="7" indent="-406400" algn="l">
              <a:lnSpc>
                <a:spcPct val="115000"/>
              </a:lnSpc>
              <a:spcBef>
                <a:spcPts val="0"/>
              </a:spcBef>
              <a:spcAft>
                <a:spcPts val="0"/>
              </a:spcAft>
              <a:buSzPts val="2800"/>
              <a:buChar char="○"/>
              <a:defRPr/>
            </a:lvl8pPr>
            <a:lvl9pPr marL="4114800" lvl="8" indent="-406400" algn="l">
              <a:lnSpc>
                <a:spcPct val="115000"/>
              </a:lnSpc>
              <a:spcBef>
                <a:spcPts val="0"/>
              </a:spcBef>
              <a:spcAft>
                <a:spcPts val="0"/>
              </a:spcAft>
              <a:buSzPts val="2800"/>
              <a:buChar char="■"/>
              <a:defRPr/>
            </a:lvl9pPr>
          </a:lstStyle>
          <a:p>
            <a:endParaRPr/>
          </a:p>
        </p:txBody>
      </p:sp>
      <p:sp>
        <p:nvSpPr>
          <p:cNvPr id="42" name="Google Shape;42;g31ccc60dc14_3_155"/>
          <p:cNvSpPr txBox="1">
            <a:spLocks noGrp="1"/>
          </p:cNvSpPr>
          <p:nvPr>
            <p:ph type="sldNum" idx="12"/>
          </p:nvPr>
        </p:nvSpPr>
        <p:spPr>
          <a:xfrm>
            <a:off x="16944916" y="9326434"/>
            <a:ext cx="1097400" cy="787200"/>
          </a:xfrm>
          <a:prstGeom prst="rect">
            <a:avLst/>
          </a:prstGeom>
          <a:noFill/>
          <a:ln>
            <a:noFill/>
          </a:ln>
        </p:spPr>
        <p:txBody>
          <a:bodyPr spcFirstLastPara="1" wrap="square" lIns="182850" tIns="182850" rIns="182850" bIns="182850" anchor="ctr" anchorCtr="0">
            <a:normAutofit/>
          </a:bodyPr>
          <a:lstStyle>
            <a:lvl1pPr marL="0" marR="0" lvl="0"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3"/>
        <p:cNvGrpSpPr/>
        <p:nvPr/>
      </p:nvGrpSpPr>
      <p:grpSpPr>
        <a:xfrm>
          <a:off x="0" y="0"/>
          <a:ext cx="0" cy="0"/>
          <a:chOff x="0" y="0"/>
          <a:chExt cx="0" cy="0"/>
        </a:xfrm>
      </p:grpSpPr>
      <p:sp>
        <p:nvSpPr>
          <p:cNvPr id="44" name="Google Shape;44;g31ccc60dc14_3_161"/>
          <p:cNvSpPr txBox="1">
            <a:spLocks noGrp="1"/>
          </p:cNvSpPr>
          <p:nvPr>
            <p:ph type="body" idx="1"/>
          </p:nvPr>
        </p:nvSpPr>
        <p:spPr>
          <a:xfrm>
            <a:off x="623400" y="8461150"/>
            <a:ext cx="11997600" cy="1210200"/>
          </a:xfrm>
          <a:prstGeom prst="rect">
            <a:avLst/>
          </a:prstGeom>
          <a:noFill/>
          <a:ln>
            <a:noFill/>
          </a:ln>
        </p:spPr>
        <p:txBody>
          <a:bodyPr spcFirstLastPara="1" wrap="square" lIns="182850" tIns="182850" rIns="182850" bIns="182850" anchor="ctr" anchorCtr="0">
            <a:normAutofit/>
          </a:bodyPr>
          <a:lstStyle>
            <a:lvl1pPr marL="457200" lvl="0" indent="-228600" algn="l">
              <a:lnSpc>
                <a:spcPct val="100000"/>
              </a:lnSpc>
              <a:spcBef>
                <a:spcPts val="0"/>
              </a:spcBef>
              <a:spcAft>
                <a:spcPts val="0"/>
              </a:spcAft>
              <a:buSzPts val="3600"/>
              <a:buNone/>
              <a:defRPr/>
            </a:lvl1pPr>
          </a:lstStyle>
          <a:p>
            <a:endParaRPr/>
          </a:p>
        </p:txBody>
      </p:sp>
      <p:sp>
        <p:nvSpPr>
          <p:cNvPr id="45" name="Google Shape;45;g31ccc60dc14_3_161"/>
          <p:cNvSpPr txBox="1">
            <a:spLocks noGrp="1"/>
          </p:cNvSpPr>
          <p:nvPr>
            <p:ph type="sldNum" idx="12"/>
          </p:nvPr>
        </p:nvSpPr>
        <p:spPr>
          <a:xfrm>
            <a:off x="16944916" y="9326434"/>
            <a:ext cx="1097400" cy="787200"/>
          </a:xfrm>
          <a:prstGeom prst="rect">
            <a:avLst/>
          </a:prstGeom>
          <a:noFill/>
          <a:ln>
            <a:noFill/>
          </a:ln>
        </p:spPr>
        <p:txBody>
          <a:bodyPr spcFirstLastPara="1" wrap="square" lIns="182850" tIns="182850" rIns="182850" bIns="182850" anchor="ctr" anchorCtr="0">
            <a:normAutofit/>
          </a:bodyPr>
          <a:lstStyle>
            <a:lvl1pPr marL="0" marR="0" lvl="0"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6"/>
        <p:cNvGrpSpPr/>
        <p:nvPr/>
      </p:nvGrpSpPr>
      <p:grpSpPr>
        <a:xfrm>
          <a:off x="0" y="0"/>
          <a:ext cx="0" cy="0"/>
          <a:chOff x="0" y="0"/>
          <a:chExt cx="0" cy="0"/>
        </a:xfrm>
      </p:grpSpPr>
      <p:sp>
        <p:nvSpPr>
          <p:cNvPr id="47" name="Google Shape;47;g31ccc60dc14_3_164"/>
          <p:cNvSpPr txBox="1">
            <a:spLocks noGrp="1"/>
          </p:cNvSpPr>
          <p:nvPr>
            <p:ph type="title" hasCustomPrompt="1"/>
          </p:nvPr>
        </p:nvSpPr>
        <p:spPr>
          <a:xfrm>
            <a:off x="623400" y="2212250"/>
            <a:ext cx="17041200" cy="3927000"/>
          </a:xfrm>
          <a:prstGeom prst="rect">
            <a:avLst/>
          </a:prstGeom>
          <a:noFill/>
          <a:ln>
            <a:noFill/>
          </a:ln>
        </p:spPr>
        <p:txBody>
          <a:bodyPr spcFirstLastPara="1" wrap="square" lIns="182850" tIns="182850" rIns="182850" bIns="182850" anchor="b" anchorCtr="0">
            <a:normAutofit/>
          </a:bodyPr>
          <a:lstStyle>
            <a:lvl1pPr lvl="0" algn="ctr">
              <a:lnSpc>
                <a:spcPct val="100000"/>
              </a:lnSpc>
              <a:spcBef>
                <a:spcPts val="0"/>
              </a:spcBef>
              <a:spcAft>
                <a:spcPts val="0"/>
              </a:spcAft>
              <a:buSzPts val="24000"/>
              <a:buNone/>
              <a:defRPr sz="24000"/>
            </a:lvl1pPr>
            <a:lvl2pPr lvl="1" algn="ctr">
              <a:lnSpc>
                <a:spcPct val="100000"/>
              </a:lnSpc>
              <a:spcBef>
                <a:spcPts val="0"/>
              </a:spcBef>
              <a:spcAft>
                <a:spcPts val="0"/>
              </a:spcAft>
              <a:buSzPts val="24000"/>
              <a:buNone/>
              <a:defRPr sz="24000"/>
            </a:lvl2pPr>
            <a:lvl3pPr lvl="2" algn="ctr">
              <a:lnSpc>
                <a:spcPct val="100000"/>
              </a:lnSpc>
              <a:spcBef>
                <a:spcPts val="0"/>
              </a:spcBef>
              <a:spcAft>
                <a:spcPts val="0"/>
              </a:spcAft>
              <a:buSzPts val="24000"/>
              <a:buNone/>
              <a:defRPr sz="24000"/>
            </a:lvl3pPr>
            <a:lvl4pPr lvl="3" algn="ctr">
              <a:lnSpc>
                <a:spcPct val="100000"/>
              </a:lnSpc>
              <a:spcBef>
                <a:spcPts val="0"/>
              </a:spcBef>
              <a:spcAft>
                <a:spcPts val="0"/>
              </a:spcAft>
              <a:buSzPts val="24000"/>
              <a:buNone/>
              <a:defRPr sz="24000"/>
            </a:lvl4pPr>
            <a:lvl5pPr lvl="4" algn="ctr">
              <a:lnSpc>
                <a:spcPct val="100000"/>
              </a:lnSpc>
              <a:spcBef>
                <a:spcPts val="0"/>
              </a:spcBef>
              <a:spcAft>
                <a:spcPts val="0"/>
              </a:spcAft>
              <a:buSzPts val="24000"/>
              <a:buNone/>
              <a:defRPr sz="24000"/>
            </a:lvl5pPr>
            <a:lvl6pPr lvl="5" algn="ctr">
              <a:lnSpc>
                <a:spcPct val="100000"/>
              </a:lnSpc>
              <a:spcBef>
                <a:spcPts val="0"/>
              </a:spcBef>
              <a:spcAft>
                <a:spcPts val="0"/>
              </a:spcAft>
              <a:buSzPts val="24000"/>
              <a:buNone/>
              <a:defRPr sz="24000"/>
            </a:lvl6pPr>
            <a:lvl7pPr lvl="6" algn="ctr">
              <a:lnSpc>
                <a:spcPct val="100000"/>
              </a:lnSpc>
              <a:spcBef>
                <a:spcPts val="0"/>
              </a:spcBef>
              <a:spcAft>
                <a:spcPts val="0"/>
              </a:spcAft>
              <a:buSzPts val="24000"/>
              <a:buNone/>
              <a:defRPr sz="24000"/>
            </a:lvl7pPr>
            <a:lvl8pPr lvl="7" algn="ctr">
              <a:lnSpc>
                <a:spcPct val="100000"/>
              </a:lnSpc>
              <a:spcBef>
                <a:spcPts val="0"/>
              </a:spcBef>
              <a:spcAft>
                <a:spcPts val="0"/>
              </a:spcAft>
              <a:buSzPts val="24000"/>
              <a:buNone/>
              <a:defRPr sz="24000"/>
            </a:lvl8pPr>
            <a:lvl9pPr lvl="8" algn="ctr">
              <a:lnSpc>
                <a:spcPct val="100000"/>
              </a:lnSpc>
              <a:spcBef>
                <a:spcPts val="0"/>
              </a:spcBef>
              <a:spcAft>
                <a:spcPts val="0"/>
              </a:spcAft>
              <a:buSzPts val="24000"/>
              <a:buNone/>
              <a:defRPr sz="24000"/>
            </a:lvl9pPr>
          </a:lstStyle>
          <a:p>
            <a:r>
              <a:t>xx%</a:t>
            </a:r>
          </a:p>
        </p:txBody>
      </p:sp>
      <p:sp>
        <p:nvSpPr>
          <p:cNvPr id="48" name="Google Shape;48;g31ccc60dc14_3_164"/>
          <p:cNvSpPr txBox="1">
            <a:spLocks noGrp="1"/>
          </p:cNvSpPr>
          <p:nvPr>
            <p:ph type="body" idx="1"/>
          </p:nvPr>
        </p:nvSpPr>
        <p:spPr>
          <a:xfrm>
            <a:off x="623400" y="6304450"/>
            <a:ext cx="17041200" cy="2601600"/>
          </a:xfrm>
          <a:prstGeom prst="rect">
            <a:avLst/>
          </a:prstGeom>
          <a:noFill/>
          <a:ln>
            <a:noFill/>
          </a:ln>
        </p:spPr>
        <p:txBody>
          <a:bodyPr spcFirstLastPara="1" wrap="square" lIns="182850" tIns="182850" rIns="182850" bIns="182850" anchor="t" anchorCtr="0">
            <a:normAutofit/>
          </a:bodyPr>
          <a:lstStyle>
            <a:lvl1pPr marL="457200" lvl="0" indent="-457200" algn="ctr">
              <a:lnSpc>
                <a:spcPct val="115000"/>
              </a:lnSpc>
              <a:spcBef>
                <a:spcPts val="0"/>
              </a:spcBef>
              <a:spcAft>
                <a:spcPts val="0"/>
              </a:spcAft>
              <a:buSzPts val="3600"/>
              <a:buChar char="●"/>
              <a:defRPr/>
            </a:lvl1pPr>
            <a:lvl2pPr marL="914400" lvl="1" indent="-406400" algn="ctr">
              <a:lnSpc>
                <a:spcPct val="115000"/>
              </a:lnSpc>
              <a:spcBef>
                <a:spcPts val="0"/>
              </a:spcBef>
              <a:spcAft>
                <a:spcPts val="0"/>
              </a:spcAft>
              <a:buSzPts val="2800"/>
              <a:buChar char="○"/>
              <a:defRPr/>
            </a:lvl2pPr>
            <a:lvl3pPr marL="1371600" lvl="2" indent="-406400" algn="ctr">
              <a:lnSpc>
                <a:spcPct val="115000"/>
              </a:lnSpc>
              <a:spcBef>
                <a:spcPts val="0"/>
              </a:spcBef>
              <a:spcAft>
                <a:spcPts val="0"/>
              </a:spcAft>
              <a:buSzPts val="2800"/>
              <a:buChar char="■"/>
              <a:defRPr/>
            </a:lvl3pPr>
            <a:lvl4pPr marL="1828800" lvl="3" indent="-406400" algn="ctr">
              <a:lnSpc>
                <a:spcPct val="115000"/>
              </a:lnSpc>
              <a:spcBef>
                <a:spcPts val="0"/>
              </a:spcBef>
              <a:spcAft>
                <a:spcPts val="0"/>
              </a:spcAft>
              <a:buSzPts val="2800"/>
              <a:buChar char="●"/>
              <a:defRPr/>
            </a:lvl4pPr>
            <a:lvl5pPr marL="2286000" lvl="4" indent="-406400" algn="ctr">
              <a:lnSpc>
                <a:spcPct val="115000"/>
              </a:lnSpc>
              <a:spcBef>
                <a:spcPts val="0"/>
              </a:spcBef>
              <a:spcAft>
                <a:spcPts val="0"/>
              </a:spcAft>
              <a:buSzPts val="2800"/>
              <a:buChar char="○"/>
              <a:defRPr/>
            </a:lvl5pPr>
            <a:lvl6pPr marL="2743200" lvl="5" indent="-406400" algn="ctr">
              <a:lnSpc>
                <a:spcPct val="115000"/>
              </a:lnSpc>
              <a:spcBef>
                <a:spcPts val="0"/>
              </a:spcBef>
              <a:spcAft>
                <a:spcPts val="0"/>
              </a:spcAft>
              <a:buSzPts val="2800"/>
              <a:buChar char="■"/>
              <a:defRPr/>
            </a:lvl6pPr>
            <a:lvl7pPr marL="3200400" lvl="6" indent="-406400" algn="ctr">
              <a:lnSpc>
                <a:spcPct val="115000"/>
              </a:lnSpc>
              <a:spcBef>
                <a:spcPts val="0"/>
              </a:spcBef>
              <a:spcAft>
                <a:spcPts val="0"/>
              </a:spcAft>
              <a:buSzPts val="2800"/>
              <a:buChar char="●"/>
              <a:defRPr/>
            </a:lvl7pPr>
            <a:lvl8pPr marL="3657600" lvl="7" indent="-406400" algn="ctr">
              <a:lnSpc>
                <a:spcPct val="115000"/>
              </a:lnSpc>
              <a:spcBef>
                <a:spcPts val="0"/>
              </a:spcBef>
              <a:spcAft>
                <a:spcPts val="0"/>
              </a:spcAft>
              <a:buSzPts val="2800"/>
              <a:buChar char="○"/>
              <a:defRPr/>
            </a:lvl8pPr>
            <a:lvl9pPr marL="4114800" lvl="8" indent="-406400" algn="ctr">
              <a:lnSpc>
                <a:spcPct val="115000"/>
              </a:lnSpc>
              <a:spcBef>
                <a:spcPts val="0"/>
              </a:spcBef>
              <a:spcAft>
                <a:spcPts val="0"/>
              </a:spcAft>
              <a:buSzPts val="2800"/>
              <a:buChar char="■"/>
              <a:defRPr/>
            </a:lvl9pPr>
          </a:lstStyle>
          <a:p>
            <a:endParaRPr/>
          </a:p>
        </p:txBody>
      </p:sp>
      <p:sp>
        <p:nvSpPr>
          <p:cNvPr id="49" name="Google Shape;49;g31ccc60dc14_3_164"/>
          <p:cNvSpPr txBox="1">
            <a:spLocks noGrp="1"/>
          </p:cNvSpPr>
          <p:nvPr>
            <p:ph type="sldNum" idx="12"/>
          </p:nvPr>
        </p:nvSpPr>
        <p:spPr>
          <a:xfrm>
            <a:off x="16944916" y="9326434"/>
            <a:ext cx="1097400" cy="787200"/>
          </a:xfrm>
          <a:prstGeom prst="rect">
            <a:avLst/>
          </a:prstGeom>
          <a:noFill/>
          <a:ln>
            <a:noFill/>
          </a:ln>
        </p:spPr>
        <p:txBody>
          <a:bodyPr spcFirstLastPara="1" wrap="square" lIns="182850" tIns="182850" rIns="182850" bIns="182850" anchor="ctr" anchorCtr="0">
            <a:normAutofit/>
          </a:bodyPr>
          <a:lstStyle>
            <a:lvl1pPr marL="0" marR="0" lvl="0"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g31ccc60dc14_3_125"/>
          <p:cNvSpPr txBox="1">
            <a:spLocks noGrp="1"/>
          </p:cNvSpPr>
          <p:nvPr>
            <p:ph type="title"/>
          </p:nvPr>
        </p:nvSpPr>
        <p:spPr>
          <a:xfrm>
            <a:off x="623400" y="890050"/>
            <a:ext cx="17041200" cy="1145400"/>
          </a:xfrm>
          <a:prstGeom prst="rect">
            <a:avLst/>
          </a:prstGeom>
          <a:noFill/>
          <a:ln>
            <a:noFill/>
          </a:ln>
        </p:spPr>
        <p:txBody>
          <a:bodyPr spcFirstLastPara="1" wrap="square" lIns="182850" tIns="182850" rIns="182850" bIns="182850" anchor="t" anchorCtr="0">
            <a:normAutofit/>
          </a:bodyPr>
          <a:lstStyle>
            <a:lvl1pPr marR="0" lvl="0" algn="l" rtl="0">
              <a:lnSpc>
                <a:spcPct val="100000"/>
              </a:lnSpc>
              <a:spcBef>
                <a:spcPts val="0"/>
              </a:spcBef>
              <a:spcAft>
                <a:spcPts val="0"/>
              </a:spcAft>
              <a:buClr>
                <a:schemeClr val="dk1"/>
              </a:buClr>
              <a:buSzPts val="5600"/>
              <a:buFont typeface="Arial"/>
              <a:buNone/>
              <a:defRPr sz="56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5600"/>
              <a:buFont typeface="Arial"/>
              <a:buNone/>
              <a:defRPr sz="56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5600"/>
              <a:buFont typeface="Arial"/>
              <a:buNone/>
              <a:defRPr sz="56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5600"/>
              <a:buFont typeface="Arial"/>
              <a:buNone/>
              <a:defRPr sz="56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5600"/>
              <a:buFont typeface="Arial"/>
              <a:buNone/>
              <a:defRPr sz="56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5600"/>
              <a:buFont typeface="Arial"/>
              <a:buNone/>
              <a:defRPr sz="56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5600"/>
              <a:buFont typeface="Arial"/>
              <a:buNone/>
              <a:defRPr sz="56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5600"/>
              <a:buFont typeface="Arial"/>
              <a:buNone/>
              <a:defRPr sz="56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5600"/>
              <a:buFont typeface="Arial"/>
              <a:buNone/>
              <a:defRPr sz="5600" b="0" i="0" u="none" strike="noStrike" cap="none">
                <a:solidFill>
                  <a:schemeClr val="dk1"/>
                </a:solidFill>
                <a:latin typeface="Arial"/>
                <a:ea typeface="Arial"/>
                <a:cs typeface="Arial"/>
                <a:sym typeface="Arial"/>
              </a:defRPr>
            </a:lvl9pPr>
          </a:lstStyle>
          <a:p>
            <a:endParaRPr/>
          </a:p>
        </p:txBody>
      </p:sp>
      <p:sp>
        <p:nvSpPr>
          <p:cNvPr id="7" name="Google Shape;7;g31ccc60dc14_3_125"/>
          <p:cNvSpPr txBox="1">
            <a:spLocks noGrp="1"/>
          </p:cNvSpPr>
          <p:nvPr>
            <p:ph type="body" idx="1"/>
          </p:nvPr>
        </p:nvSpPr>
        <p:spPr>
          <a:xfrm>
            <a:off x="623400" y="2304950"/>
            <a:ext cx="17041200" cy="6832800"/>
          </a:xfrm>
          <a:prstGeom prst="rect">
            <a:avLst/>
          </a:prstGeom>
          <a:noFill/>
          <a:ln>
            <a:noFill/>
          </a:ln>
        </p:spPr>
        <p:txBody>
          <a:bodyPr spcFirstLastPara="1" wrap="square" lIns="182850" tIns="182850" rIns="182850" bIns="182850" anchor="t" anchorCtr="0">
            <a:normAutofit/>
          </a:bodyPr>
          <a:lstStyle>
            <a:lvl1pPr marL="457200" marR="0" lvl="0" indent="-457200" algn="l" rtl="0">
              <a:lnSpc>
                <a:spcPct val="115000"/>
              </a:lnSpc>
              <a:spcBef>
                <a:spcPts val="0"/>
              </a:spcBef>
              <a:spcAft>
                <a:spcPts val="0"/>
              </a:spcAft>
              <a:buClr>
                <a:schemeClr val="dk2"/>
              </a:buClr>
              <a:buSzPts val="3600"/>
              <a:buFont typeface="Arial"/>
              <a:buChar char="●"/>
              <a:defRPr sz="3600" b="0" i="0" u="none" strike="noStrike" cap="none">
                <a:solidFill>
                  <a:schemeClr val="dk2"/>
                </a:solidFill>
                <a:latin typeface="Arial"/>
                <a:ea typeface="Arial"/>
                <a:cs typeface="Arial"/>
                <a:sym typeface="Arial"/>
              </a:defRPr>
            </a:lvl1pPr>
            <a:lvl2pPr marL="914400" marR="0" lvl="1" indent="-406400" algn="l" rtl="0">
              <a:lnSpc>
                <a:spcPct val="115000"/>
              </a:lnSpc>
              <a:spcBef>
                <a:spcPts val="0"/>
              </a:spcBef>
              <a:spcAft>
                <a:spcPts val="0"/>
              </a:spcAft>
              <a:buClr>
                <a:schemeClr val="dk2"/>
              </a:buClr>
              <a:buSzPts val="2800"/>
              <a:buFont typeface="Arial"/>
              <a:buChar char="○"/>
              <a:defRPr sz="2800" b="0" i="0" u="none" strike="noStrike" cap="none">
                <a:solidFill>
                  <a:schemeClr val="dk2"/>
                </a:solidFill>
                <a:latin typeface="Arial"/>
                <a:ea typeface="Arial"/>
                <a:cs typeface="Arial"/>
                <a:sym typeface="Arial"/>
              </a:defRPr>
            </a:lvl2pPr>
            <a:lvl3pPr marL="1371600" marR="0" lvl="2" indent="-406400" algn="l" rtl="0">
              <a:lnSpc>
                <a:spcPct val="115000"/>
              </a:lnSpc>
              <a:spcBef>
                <a:spcPts val="0"/>
              </a:spcBef>
              <a:spcAft>
                <a:spcPts val="0"/>
              </a:spcAft>
              <a:buClr>
                <a:schemeClr val="dk2"/>
              </a:buClr>
              <a:buSzPts val="2800"/>
              <a:buFont typeface="Arial"/>
              <a:buChar char="■"/>
              <a:defRPr sz="2800" b="0" i="0" u="none" strike="noStrike" cap="none">
                <a:solidFill>
                  <a:schemeClr val="dk2"/>
                </a:solidFill>
                <a:latin typeface="Arial"/>
                <a:ea typeface="Arial"/>
                <a:cs typeface="Arial"/>
                <a:sym typeface="Arial"/>
              </a:defRPr>
            </a:lvl3pPr>
            <a:lvl4pPr marL="1828800" marR="0" lvl="3" indent="-406400" algn="l" rtl="0">
              <a:lnSpc>
                <a:spcPct val="115000"/>
              </a:lnSpc>
              <a:spcBef>
                <a:spcPts val="0"/>
              </a:spcBef>
              <a:spcAft>
                <a:spcPts val="0"/>
              </a:spcAft>
              <a:buClr>
                <a:schemeClr val="dk2"/>
              </a:buClr>
              <a:buSzPts val="2800"/>
              <a:buFont typeface="Arial"/>
              <a:buChar char="●"/>
              <a:defRPr sz="2800" b="0" i="0" u="none" strike="noStrike" cap="none">
                <a:solidFill>
                  <a:schemeClr val="dk2"/>
                </a:solidFill>
                <a:latin typeface="Arial"/>
                <a:ea typeface="Arial"/>
                <a:cs typeface="Arial"/>
                <a:sym typeface="Arial"/>
              </a:defRPr>
            </a:lvl4pPr>
            <a:lvl5pPr marL="2286000" marR="0" lvl="4" indent="-406400" algn="l" rtl="0">
              <a:lnSpc>
                <a:spcPct val="115000"/>
              </a:lnSpc>
              <a:spcBef>
                <a:spcPts val="0"/>
              </a:spcBef>
              <a:spcAft>
                <a:spcPts val="0"/>
              </a:spcAft>
              <a:buClr>
                <a:schemeClr val="dk2"/>
              </a:buClr>
              <a:buSzPts val="2800"/>
              <a:buFont typeface="Arial"/>
              <a:buChar char="○"/>
              <a:defRPr sz="2800" b="0" i="0" u="none" strike="noStrike" cap="none">
                <a:solidFill>
                  <a:schemeClr val="dk2"/>
                </a:solidFill>
                <a:latin typeface="Arial"/>
                <a:ea typeface="Arial"/>
                <a:cs typeface="Arial"/>
                <a:sym typeface="Arial"/>
              </a:defRPr>
            </a:lvl5pPr>
            <a:lvl6pPr marL="2743200" marR="0" lvl="5" indent="-406400" algn="l" rtl="0">
              <a:lnSpc>
                <a:spcPct val="115000"/>
              </a:lnSpc>
              <a:spcBef>
                <a:spcPts val="0"/>
              </a:spcBef>
              <a:spcAft>
                <a:spcPts val="0"/>
              </a:spcAft>
              <a:buClr>
                <a:schemeClr val="dk2"/>
              </a:buClr>
              <a:buSzPts val="2800"/>
              <a:buFont typeface="Arial"/>
              <a:buChar char="■"/>
              <a:defRPr sz="2800" b="0" i="0" u="none" strike="noStrike" cap="none">
                <a:solidFill>
                  <a:schemeClr val="dk2"/>
                </a:solidFill>
                <a:latin typeface="Arial"/>
                <a:ea typeface="Arial"/>
                <a:cs typeface="Arial"/>
                <a:sym typeface="Arial"/>
              </a:defRPr>
            </a:lvl6pPr>
            <a:lvl7pPr marL="3200400" marR="0" lvl="6" indent="-406400" algn="l" rtl="0">
              <a:lnSpc>
                <a:spcPct val="115000"/>
              </a:lnSpc>
              <a:spcBef>
                <a:spcPts val="0"/>
              </a:spcBef>
              <a:spcAft>
                <a:spcPts val="0"/>
              </a:spcAft>
              <a:buClr>
                <a:schemeClr val="dk2"/>
              </a:buClr>
              <a:buSzPts val="2800"/>
              <a:buFont typeface="Arial"/>
              <a:buChar char="●"/>
              <a:defRPr sz="2800" b="0" i="0" u="none" strike="noStrike" cap="none">
                <a:solidFill>
                  <a:schemeClr val="dk2"/>
                </a:solidFill>
                <a:latin typeface="Arial"/>
                <a:ea typeface="Arial"/>
                <a:cs typeface="Arial"/>
                <a:sym typeface="Arial"/>
              </a:defRPr>
            </a:lvl7pPr>
            <a:lvl8pPr marL="3657600" marR="0" lvl="7" indent="-406400" algn="l" rtl="0">
              <a:lnSpc>
                <a:spcPct val="115000"/>
              </a:lnSpc>
              <a:spcBef>
                <a:spcPts val="0"/>
              </a:spcBef>
              <a:spcAft>
                <a:spcPts val="0"/>
              </a:spcAft>
              <a:buClr>
                <a:schemeClr val="dk2"/>
              </a:buClr>
              <a:buSzPts val="2800"/>
              <a:buFont typeface="Arial"/>
              <a:buChar char="○"/>
              <a:defRPr sz="2800" b="0" i="0" u="none" strike="noStrike" cap="none">
                <a:solidFill>
                  <a:schemeClr val="dk2"/>
                </a:solidFill>
                <a:latin typeface="Arial"/>
                <a:ea typeface="Arial"/>
                <a:cs typeface="Arial"/>
                <a:sym typeface="Arial"/>
              </a:defRPr>
            </a:lvl8pPr>
            <a:lvl9pPr marL="4114800" marR="0" lvl="8" indent="-406400" algn="l" rtl="0">
              <a:lnSpc>
                <a:spcPct val="115000"/>
              </a:lnSpc>
              <a:spcBef>
                <a:spcPts val="0"/>
              </a:spcBef>
              <a:spcAft>
                <a:spcPts val="0"/>
              </a:spcAft>
              <a:buClr>
                <a:schemeClr val="dk2"/>
              </a:buClr>
              <a:buSzPts val="2800"/>
              <a:buFont typeface="Arial"/>
              <a:buChar char="■"/>
              <a:defRPr sz="2800" b="0" i="0" u="none" strike="noStrike" cap="none">
                <a:solidFill>
                  <a:schemeClr val="dk2"/>
                </a:solidFill>
                <a:latin typeface="Arial"/>
                <a:ea typeface="Arial"/>
                <a:cs typeface="Arial"/>
                <a:sym typeface="Arial"/>
              </a:defRPr>
            </a:lvl9pPr>
          </a:lstStyle>
          <a:p>
            <a:endParaRPr/>
          </a:p>
        </p:txBody>
      </p:sp>
      <p:sp>
        <p:nvSpPr>
          <p:cNvPr id="8" name="Google Shape;8;g31ccc60dc14_3_125"/>
          <p:cNvSpPr txBox="1">
            <a:spLocks noGrp="1"/>
          </p:cNvSpPr>
          <p:nvPr>
            <p:ph type="sldNum" idx="12"/>
          </p:nvPr>
        </p:nvSpPr>
        <p:spPr>
          <a:xfrm>
            <a:off x="16944916" y="9326434"/>
            <a:ext cx="1097400" cy="787200"/>
          </a:xfrm>
          <a:prstGeom prst="rect">
            <a:avLst/>
          </a:prstGeom>
          <a:noFill/>
          <a:ln>
            <a:noFill/>
          </a:ln>
        </p:spPr>
        <p:txBody>
          <a:bodyPr spcFirstLastPara="1" wrap="square" lIns="182850" tIns="182850" rIns="182850" bIns="182850" anchor="ctr" anchorCtr="0">
            <a:normAutofit/>
          </a:bodyPr>
          <a:lstStyle>
            <a:lvl1pPr marL="0" marR="0" lvl="0" indent="0" algn="r" rtl="0">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7.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1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8.xml"/><Relationship Id="rId1" Type="http://schemas.openxmlformats.org/officeDocument/2006/relationships/slideLayout" Target="../slideLayouts/slideLayout1.xml"/><Relationship Id="rId4" Type="http://schemas.openxmlformats.org/officeDocument/2006/relationships/image" Target="../media/image7.jpg"/></Relationships>
</file>

<file path=ppt/slides/_rels/slide1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sp>
        <p:nvSpPr>
          <p:cNvPr id="54" name="Google Shape;54;p2"/>
          <p:cNvSpPr/>
          <p:nvPr/>
        </p:nvSpPr>
        <p:spPr>
          <a:xfrm>
            <a:off x="8271074" y="1621125"/>
            <a:ext cx="10016926" cy="8298726"/>
          </a:xfrm>
          <a:custGeom>
            <a:avLst/>
            <a:gdLst/>
            <a:ahLst/>
            <a:cxnLst/>
            <a:rect l="l" t="t" r="r" b="b"/>
            <a:pathLst>
              <a:path w="10016926" h="8298726" extrusionOk="0">
                <a:moveTo>
                  <a:pt x="0" y="0"/>
                </a:moveTo>
                <a:lnTo>
                  <a:pt x="10016926" y="0"/>
                </a:lnTo>
                <a:lnTo>
                  <a:pt x="10016926" y="8298725"/>
                </a:lnTo>
                <a:lnTo>
                  <a:pt x="0" y="8298725"/>
                </a:lnTo>
                <a:lnTo>
                  <a:pt x="0" y="0"/>
                </a:lnTo>
                <a:close/>
              </a:path>
            </a:pathLst>
          </a:custGeom>
          <a:blipFill rotWithShape="1">
            <a:blip r:embed="rId3">
              <a:alphaModFix amt="58000"/>
            </a:blip>
            <a:stretch>
              <a:fillRect l="-282" r="-280"/>
            </a:stretch>
          </a:blipFill>
          <a:ln>
            <a:noFill/>
          </a:ln>
        </p:spPr>
      </p:sp>
      <p:grpSp>
        <p:nvGrpSpPr>
          <p:cNvPr id="55" name="Google Shape;55;p2"/>
          <p:cNvGrpSpPr/>
          <p:nvPr/>
        </p:nvGrpSpPr>
        <p:grpSpPr>
          <a:xfrm>
            <a:off x="-659689" y="-745953"/>
            <a:ext cx="19670481" cy="2376603"/>
            <a:chOff x="0" y="-38100"/>
            <a:chExt cx="5180703" cy="625937"/>
          </a:xfrm>
        </p:grpSpPr>
        <p:sp>
          <p:nvSpPr>
            <p:cNvPr id="56" name="Google Shape;56;p2"/>
            <p:cNvSpPr/>
            <p:nvPr/>
          </p:nvSpPr>
          <p:spPr>
            <a:xfrm>
              <a:off x="0" y="0"/>
              <a:ext cx="5180703" cy="587837"/>
            </a:xfrm>
            <a:custGeom>
              <a:avLst/>
              <a:gdLst/>
              <a:ahLst/>
              <a:cxnLst/>
              <a:rect l="l" t="t" r="r" b="b"/>
              <a:pathLst>
                <a:path w="5180703" h="587837" extrusionOk="0">
                  <a:moveTo>
                    <a:pt x="0" y="0"/>
                  </a:moveTo>
                  <a:lnTo>
                    <a:pt x="5180703" y="0"/>
                  </a:lnTo>
                  <a:lnTo>
                    <a:pt x="5180703" y="587837"/>
                  </a:lnTo>
                  <a:lnTo>
                    <a:pt x="0" y="587837"/>
                  </a:lnTo>
                  <a:close/>
                </a:path>
              </a:pathLst>
            </a:custGeom>
            <a:solidFill>
              <a:srgbClr val="790A0A"/>
            </a:solidFill>
            <a:ln>
              <a:noFill/>
            </a:ln>
          </p:spPr>
        </p:sp>
        <p:sp>
          <p:nvSpPr>
            <p:cNvPr id="57" name="Google Shape;57;p2"/>
            <p:cNvSpPr txBox="1"/>
            <p:nvPr/>
          </p:nvSpPr>
          <p:spPr>
            <a:xfrm>
              <a:off x="0" y="-38100"/>
              <a:ext cx="5180703" cy="625937"/>
            </a:xfrm>
            <a:prstGeom prst="rect">
              <a:avLst/>
            </a:prstGeom>
            <a:noFill/>
            <a:ln>
              <a:noFill/>
            </a:ln>
          </p:spPr>
          <p:txBody>
            <a:bodyPr spcFirstLastPara="1" wrap="square" lIns="50800" tIns="50800" rIns="50800" bIns="50800" anchor="ctr" anchorCtr="0">
              <a:noAutofit/>
            </a:bodyPr>
            <a:lstStyle/>
            <a:p>
              <a:pPr marL="0" marR="0" lvl="0" indent="0" algn="ctr" rtl="0">
                <a:lnSpc>
                  <a:spcPct val="147722"/>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grpSp>
      <p:grpSp>
        <p:nvGrpSpPr>
          <p:cNvPr id="58" name="Google Shape;58;p2"/>
          <p:cNvGrpSpPr/>
          <p:nvPr/>
        </p:nvGrpSpPr>
        <p:grpSpPr>
          <a:xfrm>
            <a:off x="-580047" y="9794239"/>
            <a:ext cx="19489954" cy="1158047"/>
            <a:chOff x="0" y="-38100"/>
            <a:chExt cx="5133157" cy="305000"/>
          </a:xfrm>
        </p:grpSpPr>
        <p:sp>
          <p:nvSpPr>
            <p:cNvPr id="59" name="Google Shape;59;p2"/>
            <p:cNvSpPr/>
            <p:nvPr/>
          </p:nvSpPr>
          <p:spPr>
            <a:xfrm>
              <a:off x="0" y="0"/>
              <a:ext cx="5133157" cy="266900"/>
            </a:xfrm>
            <a:custGeom>
              <a:avLst/>
              <a:gdLst/>
              <a:ahLst/>
              <a:cxnLst/>
              <a:rect l="l" t="t" r="r" b="b"/>
              <a:pathLst>
                <a:path w="5133157" h="266900" extrusionOk="0">
                  <a:moveTo>
                    <a:pt x="0" y="0"/>
                  </a:moveTo>
                  <a:lnTo>
                    <a:pt x="5133157" y="0"/>
                  </a:lnTo>
                  <a:lnTo>
                    <a:pt x="5133157" y="266900"/>
                  </a:lnTo>
                  <a:lnTo>
                    <a:pt x="0" y="266900"/>
                  </a:lnTo>
                  <a:close/>
                </a:path>
              </a:pathLst>
            </a:custGeom>
            <a:solidFill>
              <a:srgbClr val="790A0A"/>
            </a:solidFill>
            <a:ln>
              <a:noFill/>
            </a:ln>
          </p:spPr>
        </p:sp>
        <p:sp>
          <p:nvSpPr>
            <p:cNvPr id="60" name="Google Shape;60;p2"/>
            <p:cNvSpPr txBox="1"/>
            <p:nvPr/>
          </p:nvSpPr>
          <p:spPr>
            <a:xfrm>
              <a:off x="0" y="-38100"/>
              <a:ext cx="5133157" cy="305000"/>
            </a:xfrm>
            <a:prstGeom prst="rect">
              <a:avLst/>
            </a:prstGeom>
            <a:noFill/>
            <a:ln>
              <a:noFill/>
            </a:ln>
          </p:spPr>
          <p:txBody>
            <a:bodyPr spcFirstLastPara="1" wrap="square" lIns="50800" tIns="50800" rIns="50800" bIns="50800" anchor="ctr" anchorCtr="0">
              <a:noAutofit/>
            </a:bodyPr>
            <a:lstStyle/>
            <a:p>
              <a:pPr marL="0" marR="0" lvl="0" indent="0" algn="ctr" rtl="0">
                <a:lnSpc>
                  <a:spcPct val="147722"/>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grpSp>
      <p:cxnSp>
        <p:nvCxnSpPr>
          <p:cNvPr id="61" name="Google Shape;61;p2"/>
          <p:cNvCxnSpPr/>
          <p:nvPr/>
        </p:nvCxnSpPr>
        <p:spPr>
          <a:xfrm rot="5400000">
            <a:off x="3297077" y="514679"/>
            <a:ext cx="2231942" cy="0"/>
          </a:xfrm>
          <a:prstGeom prst="straightConnector1">
            <a:avLst/>
          </a:prstGeom>
          <a:noFill/>
          <a:ln w="19050" cap="flat" cmpd="sng">
            <a:solidFill>
              <a:srgbClr val="FFFFFF"/>
            </a:solidFill>
            <a:prstDash val="solid"/>
            <a:round/>
            <a:headEnd type="none" w="sm" len="sm"/>
            <a:tailEnd type="none" w="sm" len="sm"/>
          </a:ln>
        </p:spPr>
      </p:cxnSp>
      <p:cxnSp>
        <p:nvCxnSpPr>
          <p:cNvPr id="62" name="Google Shape;62;p2"/>
          <p:cNvCxnSpPr/>
          <p:nvPr/>
        </p:nvCxnSpPr>
        <p:spPr>
          <a:xfrm rot="10800000">
            <a:off x="-670310" y="1621125"/>
            <a:ext cx="19670481" cy="0"/>
          </a:xfrm>
          <a:prstGeom prst="straightConnector1">
            <a:avLst/>
          </a:prstGeom>
          <a:noFill/>
          <a:ln w="19050" cap="flat" cmpd="sng">
            <a:solidFill>
              <a:srgbClr val="000000"/>
            </a:solidFill>
            <a:prstDash val="solid"/>
            <a:round/>
            <a:headEnd type="none" w="sm" len="sm"/>
            <a:tailEnd type="none" w="sm" len="sm"/>
          </a:ln>
        </p:spPr>
      </p:cxnSp>
      <p:sp>
        <p:nvSpPr>
          <p:cNvPr id="63" name="Google Shape;63;p2"/>
          <p:cNvSpPr/>
          <p:nvPr/>
        </p:nvSpPr>
        <p:spPr>
          <a:xfrm>
            <a:off x="1028700" y="9009953"/>
            <a:ext cx="911365" cy="248347"/>
          </a:xfrm>
          <a:custGeom>
            <a:avLst/>
            <a:gdLst/>
            <a:ahLst/>
            <a:cxnLst/>
            <a:rect l="l" t="t" r="r" b="b"/>
            <a:pathLst>
              <a:path w="911365" h="248347" extrusionOk="0">
                <a:moveTo>
                  <a:pt x="0" y="0"/>
                </a:moveTo>
                <a:lnTo>
                  <a:pt x="911365" y="0"/>
                </a:lnTo>
                <a:lnTo>
                  <a:pt x="911365" y="248347"/>
                </a:lnTo>
                <a:lnTo>
                  <a:pt x="0" y="248347"/>
                </a:lnTo>
                <a:lnTo>
                  <a:pt x="0" y="0"/>
                </a:lnTo>
                <a:close/>
              </a:path>
            </a:pathLst>
          </a:custGeom>
          <a:blipFill rotWithShape="1">
            <a:blip r:embed="rId4">
              <a:alphaModFix/>
            </a:blip>
            <a:stretch>
              <a:fillRect/>
            </a:stretch>
          </a:blipFill>
          <a:ln>
            <a:noFill/>
          </a:ln>
        </p:spPr>
      </p:sp>
      <p:sp>
        <p:nvSpPr>
          <p:cNvPr id="64" name="Google Shape;64;p2"/>
          <p:cNvSpPr/>
          <p:nvPr/>
        </p:nvSpPr>
        <p:spPr>
          <a:xfrm>
            <a:off x="17259300" y="542654"/>
            <a:ext cx="546702" cy="546702"/>
          </a:xfrm>
          <a:custGeom>
            <a:avLst/>
            <a:gdLst/>
            <a:ahLst/>
            <a:cxnLst/>
            <a:rect l="l" t="t" r="r" b="b"/>
            <a:pathLst>
              <a:path w="546702" h="546702" extrusionOk="0">
                <a:moveTo>
                  <a:pt x="0" y="0"/>
                </a:moveTo>
                <a:lnTo>
                  <a:pt x="546702" y="0"/>
                </a:lnTo>
                <a:lnTo>
                  <a:pt x="546702" y="546702"/>
                </a:lnTo>
                <a:lnTo>
                  <a:pt x="0" y="546702"/>
                </a:lnTo>
                <a:lnTo>
                  <a:pt x="0" y="0"/>
                </a:lnTo>
                <a:close/>
              </a:path>
            </a:pathLst>
          </a:custGeom>
          <a:blipFill rotWithShape="1">
            <a:blip r:embed="rId5">
              <a:alphaModFix/>
            </a:blip>
            <a:stretch>
              <a:fillRect/>
            </a:stretch>
          </a:blipFill>
          <a:ln>
            <a:noFill/>
          </a:ln>
        </p:spPr>
      </p:sp>
      <p:grpSp>
        <p:nvGrpSpPr>
          <p:cNvPr id="65" name="Google Shape;65;p2"/>
          <p:cNvGrpSpPr/>
          <p:nvPr/>
        </p:nvGrpSpPr>
        <p:grpSpPr>
          <a:xfrm>
            <a:off x="975437" y="6539100"/>
            <a:ext cx="5240041" cy="1137458"/>
            <a:chOff x="0" y="-66675"/>
            <a:chExt cx="1380093" cy="299577"/>
          </a:xfrm>
        </p:grpSpPr>
        <p:sp>
          <p:nvSpPr>
            <p:cNvPr id="66" name="Google Shape;66;p2"/>
            <p:cNvSpPr/>
            <p:nvPr/>
          </p:nvSpPr>
          <p:spPr>
            <a:xfrm>
              <a:off x="0" y="0"/>
              <a:ext cx="1380093" cy="232902"/>
            </a:xfrm>
            <a:custGeom>
              <a:avLst/>
              <a:gdLst/>
              <a:ahLst/>
              <a:cxnLst/>
              <a:rect l="l" t="t" r="r" b="b"/>
              <a:pathLst>
                <a:path w="1380093" h="232902" extrusionOk="0">
                  <a:moveTo>
                    <a:pt x="75350" y="0"/>
                  </a:moveTo>
                  <a:lnTo>
                    <a:pt x="1304743" y="0"/>
                  </a:lnTo>
                  <a:cubicBezTo>
                    <a:pt x="1324727" y="0"/>
                    <a:pt x="1343893" y="7939"/>
                    <a:pt x="1358024" y="22070"/>
                  </a:cubicBezTo>
                  <a:cubicBezTo>
                    <a:pt x="1372155" y="36200"/>
                    <a:pt x="1380093" y="55366"/>
                    <a:pt x="1380093" y="75350"/>
                  </a:cubicBezTo>
                  <a:lnTo>
                    <a:pt x="1380093" y="157552"/>
                  </a:lnTo>
                  <a:cubicBezTo>
                    <a:pt x="1380093" y="199167"/>
                    <a:pt x="1346358" y="232902"/>
                    <a:pt x="1304743" y="232902"/>
                  </a:cubicBezTo>
                  <a:lnTo>
                    <a:pt x="75350" y="232902"/>
                  </a:lnTo>
                  <a:cubicBezTo>
                    <a:pt x="33735" y="232902"/>
                    <a:pt x="0" y="199167"/>
                    <a:pt x="0" y="157552"/>
                  </a:cubicBezTo>
                  <a:lnTo>
                    <a:pt x="0" y="75350"/>
                  </a:lnTo>
                  <a:cubicBezTo>
                    <a:pt x="0" y="33735"/>
                    <a:pt x="33735" y="0"/>
                    <a:pt x="75350" y="0"/>
                  </a:cubicBezTo>
                  <a:close/>
                </a:path>
              </a:pathLst>
            </a:custGeom>
            <a:solidFill>
              <a:srgbClr val="790A0A"/>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7" name="Google Shape;67;p2"/>
            <p:cNvSpPr txBox="1"/>
            <p:nvPr/>
          </p:nvSpPr>
          <p:spPr>
            <a:xfrm>
              <a:off x="0" y="-66675"/>
              <a:ext cx="1380093" cy="299577"/>
            </a:xfrm>
            <a:prstGeom prst="rect">
              <a:avLst/>
            </a:prstGeom>
            <a:noFill/>
            <a:ln>
              <a:noFill/>
            </a:ln>
          </p:spPr>
          <p:txBody>
            <a:bodyPr spcFirstLastPara="1" wrap="square" lIns="50800" tIns="50800" rIns="50800" bIns="50800" anchor="ctr" anchorCtr="0">
              <a:noAutofit/>
            </a:bodyPr>
            <a:lstStyle/>
            <a:p>
              <a:pPr marL="0" marR="0" lvl="0" indent="0" algn="ctr" rtl="0">
                <a:lnSpc>
                  <a:spcPct val="140010"/>
                </a:lnSpc>
                <a:spcBef>
                  <a:spcPts val="0"/>
                </a:spcBef>
                <a:spcAft>
                  <a:spcPts val="0"/>
                </a:spcAft>
                <a:buClr>
                  <a:srgbClr val="000000"/>
                </a:buClr>
                <a:buSzPts val="3699"/>
                <a:buFont typeface="Arial"/>
                <a:buNone/>
              </a:pPr>
              <a:endParaRPr sz="3699" b="1" i="0" u="none" strike="noStrike" cap="none">
                <a:solidFill>
                  <a:srgbClr val="FFFFFF"/>
                </a:solidFill>
                <a:latin typeface="Nunito Sans"/>
                <a:ea typeface="Nunito Sans"/>
                <a:cs typeface="Nunito Sans"/>
                <a:sym typeface="Nunito Sans"/>
              </a:endParaRPr>
            </a:p>
          </p:txBody>
        </p:sp>
      </p:grpSp>
      <p:sp>
        <p:nvSpPr>
          <p:cNvPr id="68" name="Google Shape;68;p2"/>
          <p:cNvSpPr/>
          <p:nvPr/>
        </p:nvSpPr>
        <p:spPr>
          <a:xfrm>
            <a:off x="10572342" y="2785261"/>
            <a:ext cx="3512760" cy="3512746"/>
          </a:xfrm>
          <a:custGeom>
            <a:avLst/>
            <a:gdLst/>
            <a:ahLst/>
            <a:cxnLst/>
            <a:rect l="l" t="t" r="r" b="b"/>
            <a:pathLst>
              <a:path w="6350000" h="6349974" extrusionOk="0">
                <a:moveTo>
                  <a:pt x="6350000" y="3175025"/>
                </a:moveTo>
                <a:cubicBezTo>
                  <a:pt x="6350000" y="4928451"/>
                  <a:pt x="4928476" y="6349974"/>
                  <a:pt x="3175000" y="6349974"/>
                </a:cubicBezTo>
                <a:cubicBezTo>
                  <a:pt x="1421498" y="6349974"/>
                  <a:pt x="0" y="4928451"/>
                  <a:pt x="0" y="3175025"/>
                </a:cubicBezTo>
                <a:cubicBezTo>
                  <a:pt x="0" y="1421511"/>
                  <a:pt x="1421498" y="0"/>
                  <a:pt x="3175000" y="0"/>
                </a:cubicBezTo>
                <a:cubicBezTo>
                  <a:pt x="4928501" y="0"/>
                  <a:pt x="6350000" y="1421511"/>
                  <a:pt x="6350000" y="3175025"/>
                </a:cubicBezTo>
                <a:close/>
              </a:path>
            </a:pathLst>
          </a:custGeom>
          <a:blipFill rotWithShape="1">
            <a:blip r:embed="rId6">
              <a:alphaModFix/>
            </a:blip>
            <a:stretch>
              <a:fillRect l="-10330" t="-10024" r="-9932" b="-10240"/>
            </a:stretch>
          </a:blip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9" name="Google Shape;69;p2"/>
          <p:cNvSpPr txBox="1"/>
          <p:nvPr/>
        </p:nvSpPr>
        <p:spPr>
          <a:xfrm>
            <a:off x="1028700" y="3422124"/>
            <a:ext cx="8302800" cy="2098588"/>
          </a:xfrm>
          <a:prstGeom prst="rect">
            <a:avLst/>
          </a:prstGeom>
          <a:noFill/>
          <a:ln>
            <a:noFill/>
          </a:ln>
        </p:spPr>
        <p:txBody>
          <a:bodyPr spcFirstLastPara="1" wrap="square" lIns="0" tIns="0" rIns="0" bIns="0" anchor="t" anchorCtr="0">
            <a:spAutoFit/>
          </a:bodyPr>
          <a:lstStyle/>
          <a:p>
            <a:pPr marL="0" marR="0" lvl="0" indent="0" algn="l" rtl="0">
              <a:lnSpc>
                <a:spcPct val="127006"/>
              </a:lnSpc>
              <a:spcBef>
                <a:spcPts val="0"/>
              </a:spcBef>
              <a:spcAft>
                <a:spcPts val="0"/>
              </a:spcAft>
              <a:buClr>
                <a:srgbClr val="000000"/>
              </a:buClr>
              <a:buSzPts val="10738"/>
              <a:buFont typeface="Arial"/>
              <a:buNone/>
            </a:pPr>
            <a:r>
              <a:rPr lang="en-US" sz="10738" b="0" i="0" u="none" strike="noStrike" cap="none" dirty="0" err="1">
                <a:solidFill>
                  <a:srgbClr val="000000"/>
                </a:solidFill>
                <a:latin typeface="Prompt Black"/>
                <a:ea typeface="Prompt Black"/>
                <a:cs typeface="Prompt Black"/>
                <a:sym typeface="Prompt Black"/>
              </a:rPr>
              <a:t>iSmart</a:t>
            </a:r>
            <a:r>
              <a:rPr lang="en-US" sz="10738" b="0" i="0" u="none" strike="noStrike" cap="none" dirty="0">
                <a:solidFill>
                  <a:srgbClr val="000000"/>
                </a:solidFill>
                <a:latin typeface="Prompt Black"/>
                <a:ea typeface="Prompt Black"/>
                <a:cs typeface="Prompt Black"/>
                <a:sym typeface="Prompt Black"/>
              </a:rPr>
              <a:t> </a:t>
            </a:r>
            <a:endParaRPr sz="1400" b="0" i="0" u="none" strike="noStrike" cap="none" dirty="0">
              <a:solidFill>
                <a:srgbClr val="000000"/>
              </a:solidFill>
              <a:latin typeface="Arial"/>
              <a:ea typeface="Arial"/>
              <a:cs typeface="Arial"/>
              <a:sym typeface="Arial"/>
            </a:endParaRPr>
          </a:p>
        </p:txBody>
      </p:sp>
      <p:sp>
        <p:nvSpPr>
          <p:cNvPr id="70" name="Google Shape;70;p2"/>
          <p:cNvSpPr txBox="1"/>
          <p:nvPr/>
        </p:nvSpPr>
        <p:spPr>
          <a:xfrm>
            <a:off x="1028699" y="4847841"/>
            <a:ext cx="8921735" cy="2098588"/>
          </a:xfrm>
          <a:prstGeom prst="rect">
            <a:avLst/>
          </a:prstGeom>
          <a:noFill/>
          <a:ln>
            <a:noFill/>
          </a:ln>
        </p:spPr>
        <p:txBody>
          <a:bodyPr spcFirstLastPara="1" wrap="square" lIns="0" tIns="0" rIns="0" bIns="0" anchor="t" anchorCtr="0">
            <a:spAutoFit/>
          </a:bodyPr>
          <a:lstStyle/>
          <a:p>
            <a:pPr marL="0" marR="0" lvl="0" indent="0" algn="l" rtl="0">
              <a:lnSpc>
                <a:spcPct val="127006"/>
              </a:lnSpc>
              <a:spcBef>
                <a:spcPts val="0"/>
              </a:spcBef>
              <a:spcAft>
                <a:spcPts val="0"/>
              </a:spcAft>
              <a:buClr>
                <a:srgbClr val="000000"/>
              </a:buClr>
              <a:buSzPts val="10738"/>
              <a:buFont typeface="Arial"/>
              <a:buNone/>
            </a:pPr>
            <a:r>
              <a:rPr lang="en-US" sz="10738" b="0" i="0" u="none" strike="noStrike" cap="none" dirty="0">
                <a:solidFill>
                  <a:srgbClr val="000000"/>
                </a:solidFill>
                <a:latin typeface="Prompt Black"/>
                <a:ea typeface="Prompt Black"/>
                <a:cs typeface="Prompt Black"/>
                <a:sym typeface="Prompt Black"/>
              </a:rPr>
              <a:t>Cecilia LMS</a:t>
            </a:r>
            <a:endParaRPr sz="1400" b="0" i="0" u="none" strike="noStrike" cap="none" dirty="0">
              <a:solidFill>
                <a:srgbClr val="000000"/>
              </a:solidFill>
              <a:latin typeface="Arial"/>
              <a:ea typeface="Arial"/>
              <a:cs typeface="Arial"/>
              <a:sym typeface="Arial"/>
            </a:endParaRPr>
          </a:p>
        </p:txBody>
      </p:sp>
      <p:sp>
        <p:nvSpPr>
          <p:cNvPr id="71" name="Google Shape;71;p2"/>
          <p:cNvSpPr txBox="1"/>
          <p:nvPr/>
        </p:nvSpPr>
        <p:spPr>
          <a:xfrm>
            <a:off x="259431" y="400211"/>
            <a:ext cx="4550245" cy="765722"/>
          </a:xfrm>
          <a:prstGeom prst="rect">
            <a:avLst/>
          </a:prstGeom>
          <a:noFill/>
          <a:ln>
            <a:noFill/>
          </a:ln>
        </p:spPr>
        <p:txBody>
          <a:bodyPr spcFirstLastPara="1" wrap="square" lIns="0" tIns="0" rIns="0" bIns="0" anchor="t" anchorCtr="0">
            <a:spAutoFit/>
          </a:bodyPr>
          <a:lstStyle/>
          <a:p>
            <a:pPr marL="0" marR="0" lvl="0" indent="0" algn="l" rtl="0">
              <a:lnSpc>
                <a:spcPct val="140039"/>
              </a:lnSpc>
              <a:spcBef>
                <a:spcPts val="0"/>
              </a:spcBef>
              <a:spcAft>
                <a:spcPts val="0"/>
              </a:spcAft>
              <a:buClr>
                <a:srgbClr val="000000"/>
              </a:buClr>
              <a:buSzPts val="3554"/>
              <a:buFont typeface="Arial"/>
              <a:buNone/>
            </a:pPr>
            <a:r>
              <a:rPr lang="en-US" sz="3554" b="1" i="0" u="none" strike="noStrike" cap="none" dirty="0" err="1">
                <a:solidFill>
                  <a:srgbClr val="FFFFFF"/>
                </a:solidFill>
                <a:latin typeface="Nunito Sans"/>
                <a:ea typeface="Nunito Sans"/>
                <a:cs typeface="Nunito Sans"/>
                <a:sym typeface="Nunito Sans"/>
              </a:rPr>
              <a:t>iSmart</a:t>
            </a:r>
            <a:r>
              <a:rPr lang="en-US" sz="3554" b="1" i="0" u="none" strike="noStrike" cap="none" dirty="0">
                <a:solidFill>
                  <a:srgbClr val="FFFFFF"/>
                </a:solidFill>
                <a:latin typeface="Nunito Sans"/>
                <a:ea typeface="Nunito Sans"/>
                <a:cs typeface="Nunito Sans"/>
                <a:sym typeface="Nunito Sans"/>
              </a:rPr>
              <a:t> Cecilia LMS</a:t>
            </a:r>
            <a:endParaRPr sz="1400" b="0" i="0" u="none" strike="noStrike" cap="none" dirty="0">
              <a:solidFill>
                <a:srgbClr val="000000"/>
              </a:solidFill>
              <a:latin typeface="Arial"/>
              <a:ea typeface="Arial"/>
              <a:cs typeface="Arial"/>
              <a:sym typeface="Arial"/>
            </a:endParaRPr>
          </a:p>
        </p:txBody>
      </p:sp>
      <p:sp>
        <p:nvSpPr>
          <p:cNvPr id="72" name="Google Shape;72;p2"/>
          <p:cNvSpPr txBox="1"/>
          <p:nvPr/>
        </p:nvSpPr>
        <p:spPr>
          <a:xfrm>
            <a:off x="11380120" y="594280"/>
            <a:ext cx="2443433" cy="406527"/>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Clr>
                <a:srgbClr val="000000"/>
              </a:buClr>
              <a:buSzPts val="2370"/>
              <a:buFont typeface="Arial"/>
              <a:buNone/>
            </a:pPr>
            <a:r>
              <a:rPr lang="en-US" sz="2370" b="0" i="0" u="none" strike="noStrike" cap="none">
                <a:solidFill>
                  <a:srgbClr val="FFFFFF"/>
                </a:solidFill>
                <a:latin typeface="Nunito Sans ExtraLight"/>
                <a:ea typeface="Nunito Sans ExtraLight"/>
                <a:cs typeface="Nunito Sans ExtraLight"/>
                <a:sym typeface="Nunito Sans ExtraLight"/>
              </a:rPr>
              <a:t>System Design</a:t>
            </a:r>
            <a:endParaRPr sz="1400" b="0" i="0" u="none" strike="noStrike" cap="none">
              <a:solidFill>
                <a:srgbClr val="000000"/>
              </a:solidFill>
              <a:latin typeface="Arial"/>
              <a:ea typeface="Arial"/>
              <a:cs typeface="Arial"/>
              <a:sym typeface="Arial"/>
            </a:endParaRPr>
          </a:p>
        </p:txBody>
      </p:sp>
      <p:sp>
        <p:nvSpPr>
          <p:cNvPr id="73" name="Google Shape;73;p2"/>
          <p:cNvSpPr txBox="1"/>
          <p:nvPr/>
        </p:nvSpPr>
        <p:spPr>
          <a:xfrm>
            <a:off x="9235533" y="584755"/>
            <a:ext cx="1737007" cy="406527"/>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Clr>
                <a:srgbClr val="000000"/>
              </a:buClr>
              <a:buSzPts val="2370"/>
              <a:buFont typeface="Arial"/>
              <a:buNone/>
            </a:pPr>
            <a:r>
              <a:rPr lang="en-US" sz="2370" b="0" i="0" u="none" strike="noStrike" cap="none">
                <a:solidFill>
                  <a:srgbClr val="FFFFFF"/>
                </a:solidFill>
                <a:latin typeface="Nunito Sans ExtraLight"/>
                <a:ea typeface="Nunito Sans ExtraLight"/>
                <a:cs typeface="Nunito Sans ExtraLight"/>
                <a:sym typeface="Nunito Sans ExtraLight"/>
              </a:rPr>
              <a:t>Methodology</a:t>
            </a:r>
            <a:endParaRPr sz="1400" b="0" i="0" u="none" strike="noStrike" cap="none">
              <a:solidFill>
                <a:srgbClr val="000000"/>
              </a:solidFill>
              <a:latin typeface="Arial"/>
              <a:ea typeface="Arial"/>
              <a:cs typeface="Arial"/>
              <a:sym typeface="Arial"/>
            </a:endParaRPr>
          </a:p>
        </p:txBody>
      </p:sp>
      <p:sp>
        <p:nvSpPr>
          <p:cNvPr id="74" name="Google Shape;74;p2"/>
          <p:cNvSpPr txBox="1"/>
          <p:nvPr/>
        </p:nvSpPr>
        <p:spPr>
          <a:xfrm>
            <a:off x="7176992" y="584755"/>
            <a:ext cx="1641437" cy="423193"/>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Clr>
                <a:srgbClr val="000000"/>
              </a:buClr>
              <a:buSzPts val="2370"/>
              <a:buFont typeface="Arial"/>
              <a:buNone/>
            </a:pPr>
            <a:r>
              <a:rPr lang="en-US" sz="2370" b="0" i="0" u="none" strike="noStrike" cap="none">
                <a:solidFill>
                  <a:srgbClr val="FFFFFF"/>
                </a:solidFill>
                <a:latin typeface="Nunito Sans ExtraLight"/>
                <a:ea typeface="Nunito Sans ExtraLight"/>
                <a:cs typeface="Nunito Sans ExtraLight"/>
                <a:sym typeface="Nunito Sans ExtraLight"/>
              </a:rPr>
              <a:t>Literatures</a:t>
            </a:r>
            <a:endParaRPr sz="2370" b="0" i="0" u="none" strike="noStrike" cap="none">
              <a:solidFill>
                <a:srgbClr val="FFFFFF"/>
              </a:solidFill>
              <a:latin typeface="Nunito Sans ExtraLight"/>
              <a:ea typeface="Nunito Sans ExtraLight"/>
              <a:cs typeface="Nunito Sans ExtraLight"/>
              <a:sym typeface="Nunito Sans ExtraLight"/>
            </a:endParaRPr>
          </a:p>
        </p:txBody>
      </p:sp>
      <p:sp>
        <p:nvSpPr>
          <p:cNvPr id="75" name="Google Shape;75;p2"/>
          <p:cNvSpPr txBox="1"/>
          <p:nvPr/>
        </p:nvSpPr>
        <p:spPr>
          <a:xfrm>
            <a:off x="4896349" y="584755"/>
            <a:ext cx="1984659" cy="406527"/>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Clr>
                <a:srgbClr val="000000"/>
              </a:buClr>
              <a:buSzPts val="2370"/>
              <a:buFont typeface="Arial"/>
              <a:buNone/>
            </a:pPr>
            <a:r>
              <a:rPr lang="en-US" sz="2370" b="0" i="0" u="none" strike="noStrike" cap="none">
                <a:solidFill>
                  <a:srgbClr val="FFFFFF"/>
                </a:solidFill>
                <a:latin typeface="Nunito Sans ExtraLight"/>
                <a:ea typeface="Nunito Sans ExtraLight"/>
                <a:cs typeface="Nunito Sans ExtraLight"/>
                <a:sym typeface="Nunito Sans ExtraLight"/>
              </a:rPr>
              <a:t>Introduction</a:t>
            </a:r>
            <a:endParaRPr sz="1400" b="0" i="0" u="none" strike="noStrike" cap="none">
              <a:solidFill>
                <a:srgbClr val="000000"/>
              </a:solidFill>
              <a:latin typeface="Arial"/>
              <a:ea typeface="Arial"/>
              <a:cs typeface="Arial"/>
              <a:sym typeface="Arial"/>
            </a:endParaRPr>
          </a:p>
        </p:txBody>
      </p:sp>
      <p:sp>
        <p:nvSpPr>
          <p:cNvPr id="76" name="Google Shape;76;p2"/>
          <p:cNvSpPr txBox="1"/>
          <p:nvPr/>
        </p:nvSpPr>
        <p:spPr>
          <a:xfrm>
            <a:off x="14098165" y="603805"/>
            <a:ext cx="2748483" cy="406527"/>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Clr>
                <a:srgbClr val="000000"/>
              </a:buClr>
              <a:buSzPts val="2370"/>
              <a:buFont typeface="Arial"/>
              <a:buNone/>
            </a:pPr>
            <a:r>
              <a:rPr lang="en-US" sz="2370" b="0" i="0" u="none" strike="noStrike" cap="none">
                <a:solidFill>
                  <a:srgbClr val="FFFFFF"/>
                </a:solidFill>
                <a:latin typeface="Nunito Sans ExtraLight"/>
                <a:ea typeface="Nunito Sans ExtraLight"/>
                <a:cs typeface="Nunito Sans ExtraLight"/>
                <a:sym typeface="Nunito Sans ExtraLight"/>
              </a:rPr>
              <a:t>Evaluating &amp; Testing</a:t>
            </a:r>
            <a:endParaRPr sz="1400" b="0" i="0" u="none" strike="noStrike" cap="none">
              <a:solidFill>
                <a:srgbClr val="000000"/>
              </a:solidFill>
              <a:latin typeface="Arial"/>
              <a:ea typeface="Arial"/>
              <a:cs typeface="Arial"/>
              <a:sym typeface="Arial"/>
            </a:endParaRPr>
          </a:p>
        </p:txBody>
      </p:sp>
      <p:pic>
        <p:nvPicPr>
          <p:cNvPr id="77" name="Google Shape;77;p2"/>
          <p:cNvPicPr preferRelativeResize="0"/>
          <p:nvPr/>
        </p:nvPicPr>
        <p:blipFill rotWithShape="1">
          <a:blip r:embed="rId7">
            <a:alphaModFix/>
          </a:blip>
          <a:srcRect/>
          <a:stretch/>
        </p:blipFill>
        <p:spPr>
          <a:xfrm>
            <a:off x="13134557" y="5270043"/>
            <a:ext cx="3864083" cy="3864083"/>
          </a:xfrm>
          <a:prstGeom prst="rect">
            <a:avLst/>
          </a:prstGeom>
          <a:noFill/>
          <a:ln>
            <a:noFill/>
          </a:ln>
        </p:spPr>
      </p:pic>
      <p:sp>
        <p:nvSpPr>
          <p:cNvPr id="78" name="Google Shape;78;p2"/>
          <p:cNvSpPr txBox="1"/>
          <p:nvPr/>
        </p:nvSpPr>
        <p:spPr>
          <a:xfrm>
            <a:off x="1219200" y="6794078"/>
            <a:ext cx="4724399" cy="889434"/>
          </a:xfrm>
          <a:prstGeom prst="rect">
            <a:avLst/>
          </a:prstGeom>
          <a:noFill/>
          <a:ln>
            <a:noFill/>
          </a:ln>
        </p:spPr>
        <p:txBody>
          <a:bodyPr spcFirstLastPara="1" wrap="square" lIns="91425" tIns="45700" rIns="91425" bIns="45700" anchor="t" anchorCtr="0">
            <a:spAutoFit/>
          </a:bodyPr>
          <a:lstStyle/>
          <a:p>
            <a:pPr marL="0" marR="0" lvl="0" indent="0" algn="ctr" rtl="0">
              <a:lnSpc>
                <a:spcPct val="184964"/>
              </a:lnSpc>
              <a:spcBef>
                <a:spcPts val="0"/>
              </a:spcBef>
              <a:spcAft>
                <a:spcPts val="0"/>
              </a:spcAft>
              <a:buClr>
                <a:srgbClr val="000000"/>
              </a:buClr>
              <a:buSzPts val="2800"/>
              <a:buFont typeface="Arial"/>
              <a:buNone/>
            </a:pPr>
            <a:r>
              <a:rPr lang="en-US" sz="2800" b="1" i="0" u="none" strike="noStrike" cap="none" dirty="0">
                <a:solidFill>
                  <a:srgbClr val="FFFFFF"/>
                </a:solidFill>
                <a:latin typeface="Nunito Sans"/>
                <a:ea typeface="Nunito Sans"/>
                <a:cs typeface="Nunito Sans"/>
                <a:sym typeface="Nunito Sans"/>
              </a:rPr>
              <a:t>Team Loki</a:t>
            </a:r>
            <a:endParaRPr sz="1400" b="0" i="0" u="none" strike="noStrike" cap="none" dirty="0">
              <a:solidFill>
                <a:srgbClr val="000000"/>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82"/>
        <p:cNvGrpSpPr/>
        <p:nvPr/>
      </p:nvGrpSpPr>
      <p:grpSpPr>
        <a:xfrm>
          <a:off x="0" y="0"/>
          <a:ext cx="0" cy="0"/>
          <a:chOff x="0" y="0"/>
          <a:chExt cx="0" cy="0"/>
        </a:xfrm>
      </p:grpSpPr>
      <p:grpSp>
        <p:nvGrpSpPr>
          <p:cNvPr id="83" name="Google Shape;83;p3"/>
          <p:cNvGrpSpPr/>
          <p:nvPr/>
        </p:nvGrpSpPr>
        <p:grpSpPr>
          <a:xfrm>
            <a:off x="-670310" y="-736428"/>
            <a:ext cx="19670481" cy="2376603"/>
            <a:chOff x="0" y="-38100"/>
            <a:chExt cx="5180703" cy="625937"/>
          </a:xfrm>
        </p:grpSpPr>
        <p:sp>
          <p:nvSpPr>
            <p:cNvPr id="84" name="Google Shape;84;p3"/>
            <p:cNvSpPr/>
            <p:nvPr/>
          </p:nvSpPr>
          <p:spPr>
            <a:xfrm>
              <a:off x="0" y="0"/>
              <a:ext cx="5180703" cy="587837"/>
            </a:xfrm>
            <a:custGeom>
              <a:avLst/>
              <a:gdLst/>
              <a:ahLst/>
              <a:cxnLst/>
              <a:rect l="l" t="t" r="r" b="b"/>
              <a:pathLst>
                <a:path w="5180703" h="587837" extrusionOk="0">
                  <a:moveTo>
                    <a:pt x="0" y="0"/>
                  </a:moveTo>
                  <a:lnTo>
                    <a:pt x="5180703" y="0"/>
                  </a:lnTo>
                  <a:lnTo>
                    <a:pt x="5180703" y="587837"/>
                  </a:lnTo>
                  <a:lnTo>
                    <a:pt x="0" y="587837"/>
                  </a:lnTo>
                  <a:close/>
                </a:path>
              </a:pathLst>
            </a:custGeom>
            <a:solidFill>
              <a:srgbClr val="790A0A"/>
            </a:solidFill>
            <a:ln>
              <a:noFill/>
            </a:ln>
          </p:spPr>
        </p:sp>
        <p:sp>
          <p:nvSpPr>
            <p:cNvPr id="85" name="Google Shape;85;p3"/>
            <p:cNvSpPr txBox="1"/>
            <p:nvPr/>
          </p:nvSpPr>
          <p:spPr>
            <a:xfrm>
              <a:off x="0" y="-38100"/>
              <a:ext cx="5180703" cy="625937"/>
            </a:xfrm>
            <a:prstGeom prst="rect">
              <a:avLst/>
            </a:prstGeom>
            <a:noFill/>
            <a:ln>
              <a:noFill/>
            </a:ln>
          </p:spPr>
          <p:txBody>
            <a:bodyPr spcFirstLastPara="1" wrap="square" lIns="50800" tIns="50800" rIns="50800" bIns="50800" anchor="ctr" anchorCtr="0">
              <a:noAutofit/>
            </a:bodyPr>
            <a:lstStyle/>
            <a:p>
              <a:pPr marL="0" marR="0" lvl="0" indent="0" algn="ctr" rtl="0">
                <a:lnSpc>
                  <a:spcPct val="147722"/>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grpSp>
      <p:grpSp>
        <p:nvGrpSpPr>
          <p:cNvPr id="86" name="Google Shape;86;p3"/>
          <p:cNvGrpSpPr/>
          <p:nvPr/>
        </p:nvGrpSpPr>
        <p:grpSpPr>
          <a:xfrm>
            <a:off x="-580047" y="9794239"/>
            <a:ext cx="19489954" cy="1158047"/>
            <a:chOff x="0" y="-38100"/>
            <a:chExt cx="5133157" cy="305000"/>
          </a:xfrm>
        </p:grpSpPr>
        <p:sp>
          <p:nvSpPr>
            <p:cNvPr id="87" name="Google Shape;87;p3"/>
            <p:cNvSpPr/>
            <p:nvPr/>
          </p:nvSpPr>
          <p:spPr>
            <a:xfrm>
              <a:off x="0" y="0"/>
              <a:ext cx="5133157" cy="266900"/>
            </a:xfrm>
            <a:custGeom>
              <a:avLst/>
              <a:gdLst/>
              <a:ahLst/>
              <a:cxnLst/>
              <a:rect l="l" t="t" r="r" b="b"/>
              <a:pathLst>
                <a:path w="5133157" h="266900" extrusionOk="0">
                  <a:moveTo>
                    <a:pt x="0" y="0"/>
                  </a:moveTo>
                  <a:lnTo>
                    <a:pt x="5133157" y="0"/>
                  </a:lnTo>
                  <a:lnTo>
                    <a:pt x="5133157" y="266900"/>
                  </a:lnTo>
                  <a:lnTo>
                    <a:pt x="0" y="266900"/>
                  </a:lnTo>
                  <a:close/>
                </a:path>
              </a:pathLst>
            </a:custGeom>
            <a:solidFill>
              <a:srgbClr val="790A0A"/>
            </a:solidFill>
            <a:ln>
              <a:noFill/>
            </a:ln>
          </p:spPr>
        </p:sp>
        <p:sp>
          <p:nvSpPr>
            <p:cNvPr id="88" name="Google Shape;88;p3"/>
            <p:cNvSpPr txBox="1"/>
            <p:nvPr/>
          </p:nvSpPr>
          <p:spPr>
            <a:xfrm>
              <a:off x="0" y="-38100"/>
              <a:ext cx="5133157" cy="305000"/>
            </a:xfrm>
            <a:prstGeom prst="rect">
              <a:avLst/>
            </a:prstGeom>
            <a:noFill/>
            <a:ln>
              <a:noFill/>
            </a:ln>
          </p:spPr>
          <p:txBody>
            <a:bodyPr spcFirstLastPara="1" wrap="square" lIns="50800" tIns="50800" rIns="50800" bIns="50800" anchor="ctr" anchorCtr="0">
              <a:noAutofit/>
            </a:bodyPr>
            <a:lstStyle/>
            <a:p>
              <a:pPr marL="0" marR="0" lvl="0" indent="0" algn="ctr" rtl="0">
                <a:lnSpc>
                  <a:spcPct val="147722"/>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grpSp>
      <p:cxnSp>
        <p:nvCxnSpPr>
          <p:cNvPr id="89" name="Google Shape;89;p3"/>
          <p:cNvCxnSpPr/>
          <p:nvPr/>
        </p:nvCxnSpPr>
        <p:spPr>
          <a:xfrm rot="5400000">
            <a:off x="3297077" y="514679"/>
            <a:ext cx="2231942" cy="0"/>
          </a:xfrm>
          <a:prstGeom prst="straightConnector1">
            <a:avLst/>
          </a:prstGeom>
          <a:noFill/>
          <a:ln w="19050" cap="flat" cmpd="sng">
            <a:solidFill>
              <a:srgbClr val="FFFFFF"/>
            </a:solidFill>
            <a:prstDash val="solid"/>
            <a:round/>
            <a:headEnd type="none" w="sm" len="sm"/>
            <a:tailEnd type="none" w="sm" len="sm"/>
          </a:ln>
        </p:spPr>
      </p:cxnSp>
      <p:cxnSp>
        <p:nvCxnSpPr>
          <p:cNvPr id="90" name="Google Shape;90;p3"/>
          <p:cNvCxnSpPr/>
          <p:nvPr/>
        </p:nvCxnSpPr>
        <p:spPr>
          <a:xfrm rot="10800000">
            <a:off x="-670310" y="1621125"/>
            <a:ext cx="19670481" cy="0"/>
          </a:xfrm>
          <a:prstGeom prst="straightConnector1">
            <a:avLst/>
          </a:prstGeom>
          <a:noFill/>
          <a:ln w="19050" cap="flat" cmpd="sng">
            <a:solidFill>
              <a:srgbClr val="000000"/>
            </a:solidFill>
            <a:prstDash val="solid"/>
            <a:round/>
            <a:headEnd type="none" w="sm" len="sm"/>
            <a:tailEnd type="none" w="sm" len="sm"/>
          </a:ln>
        </p:spPr>
      </p:cxnSp>
      <p:sp>
        <p:nvSpPr>
          <p:cNvPr id="91" name="Google Shape;91;p3"/>
          <p:cNvSpPr txBox="1"/>
          <p:nvPr/>
        </p:nvSpPr>
        <p:spPr>
          <a:xfrm>
            <a:off x="6731319" y="2032054"/>
            <a:ext cx="4793840" cy="946785"/>
          </a:xfrm>
          <a:prstGeom prst="rect">
            <a:avLst/>
          </a:prstGeom>
          <a:noFill/>
          <a:ln>
            <a:noFill/>
          </a:ln>
        </p:spPr>
        <p:txBody>
          <a:bodyPr spcFirstLastPara="1" wrap="square" lIns="0" tIns="0" rIns="0" bIns="0" anchor="t" anchorCtr="0">
            <a:spAutoFit/>
          </a:bodyPr>
          <a:lstStyle/>
          <a:p>
            <a:pPr marL="0" marR="0" lvl="0" indent="0" algn="l" rtl="0">
              <a:lnSpc>
                <a:spcPct val="127000"/>
              </a:lnSpc>
              <a:spcBef>
                <a:spcPts val="0"/>
              </a:spcBef>
              <a:spcAft>
                <a:spcPts val="0"/>
              </a:spcAft>
              <a:buClr>
                <a:srgbClr val="000000"/>
              </a:buClr>
              <a:buSzPts val="6000"/>
              <a:buFont typeface="Arial"/>
              <a:buNone/>
            </a:pPr>
            <a:r>
              <a:rPr lang="en-US" sz="6000" b="0" i="0" u="none" strike="noStrike" cap="none" dirty="0">
                <a:solidFill>
                  <a:srgbClr val="000000"/>
                </a:solidFill>
                <a:latin typeface="Prompt Black"/>
                <a:ea typeface="Prompt Black"/>
                <a:cs typeface="Prompt Black"/>
                <a:sym typeface="Prompt Black"/>
              </a:rPr>
              <a:t>RATIONALE</a:t>
            </a:r>
            <a:endParaRPr sz="1400" b="0" i="0" u="none" strike="noStrike" cap="none" dirty="0">
              <a:solidFill>
                <a:srgbClr val="000000"/>
              </a:solidFill>
              <a:latin typeface="Arial"/>
              <a:ea typeface="Arial"/>
              <a:cs typeface="Arial"/>
              <a:sym typeface="Arial"/>
            </a:endParaRPr>
          </a:p>
        </p:txBody>
      </p:sp>
      <p:sp>
        <p:nvSpPr>
          <p:cNvPr id="92" name="Google Shape;92;p3"/>
          <p:cNvSpPr txBox="1"/>
          <p:nvPr/>
        </p:nvSpPr>
        <p:spPr>
          <a:xfrm>
            <a:off x="6731319" y="3204173"/>
            <a:ext cx="10475646" cy="6315575"/>
          </a:xfrm>
          <a:prstGeom prst="rect">
            <a:avLst/>
          </a:prstGeom>
          <a:noFill/>
          <a:ln>
            <a:noFill/>
          </a:ln>
        </p:spPr>
        <p:txBody>
          <a:bodyPr spcFirstLastPara="1" wrap="square" lIns="0" tIns="0" rIns="0" bIns="0" anchor="t" anchorCtr="0">
            <a:spAutoFit/>
          </a:bodyPr>
          <a:lstStyle/>
          <a:p>
            <a:r>
              <a:rPr lang="en-US" sz="3600" b="1" dirty="0">
                <a:latin typeface="Nunito Sans ExtraLight" pitchFamily="2" charset="0"/>
              </a:rPr>
              <a:t>Library Management System (LMS)</a:t>
            </a:r>
            <a:r>
              <a:rPr lang="en-US" sz="3600" dirty="0">
                <a:latin typeface="Nunito Sans ExtraLight" pitchFamily="2" charset="0"/>
              </a:rPr>
              <a:t> is designed to automate and enhance the overall library process in institutions. It improves efficiency by using technologies such as </a:t>
            </a:r>
            <a:r>
              <a:rPr lang="en-US" sz="3600" b="1" dirty="0">
                <a:latin typeface="Nunito Sans ExtraLight" pitchFamily="2" charset="0"/>
              </a:rPr>
              <a:t>RFID</a:t>
            </a:r>
            <a:r>
              <a:rPr lang="en-US" sz="3600" dirty="0">
                <a:latin typeface="Nunito Sans ExtraLight" pitchFamily="2" charset="0"/>
              </a:rPr>
              <a:t> for cataloging, circulation, user identification, and theft detection. According to studies, RFID-based LMS enables faster book transactions—issuing, returning, and renewing—without manual input, as RFID tags store unique book information that can be read directly by RFID readers instead of barcodes.</a:t>
            </a:r>
          </a:p>
          <a:p>
            <a:pPr marL="0" marR="0" lvl="0" indent="0" algn="l" rtl="0">
              <a:lnSpc>
                <a:spcPct val="140010"/>
              </a:lnSpc>
              <a:spcBef>
                <a:spcPts val="0"/>
              </a:spcBef>
              <a:spcAft>
                <a:spcPts val="0"/>
              </a:spcAft>
              <a:buClr>
                <a:srgbClr val="000000"/>
              </a:buClr>
              <a:buSzPts val="3999"/>
              <a:buFont typeface="Arial"/>
              <a:buNone/>
            </a:pPr>
            <a:endParaRPr sz="3600" b="0" i="0" u="none" strike="noStrike" cap="none" dirty="0">
              <a:solidFill>
                <a:srgbClr val="000000"/>
              </a:solidFill>
              <a:latin typeface="Nunito Sans ExtraLight" pitchFamily="2" charset="0"/>
              <a:ea typeface="Nunito Sans ExtraLight"/>
              <a:cs typeface="Nunito Sans ExtraLight"/>
              <a:sym typeface="Nunito Sans ExtraLight"/>
            </a:endParaRPr>
          </a:p>
        </p:txBody>
      </p:sp>
      <p:sp>
        <p:nvSpPr>
          <p:cNvPr id="93" name="Google Shape;93;p3"/>
          <p:cNvSpPr/>
          <p:nvPr/>
        </p:nvSpPr>
        <p:spPr>
          <a:xfrm>
            <a:off x="889885" y="3166353"/>
            <a:ext cx="5246391" cy="5246369"/>
          </a:xfrm>
          <a:custGeom>
            <a:avLst/>
            <a:gdLst/>
            <a:ahLst/>
            <a:cxnLst/>
            <a:rect l="l" t="t" r="r" b="b"/>
            <a:pathLst>
              <a:path w="6350000" h="6349974" extrusionOk="0">
                <a:moveTo>
                  <a:pt x="6350000" y="3175025"/>
                </a:moveTo>
                <a:cubicBezTo>
                  <a:pt x="6350000" y="4928451"/>
                  <a:pt x="4928476" y="6349974"/>
                  <a:pt x="3175000" y="6349974"/>
                </a:cubicBezTo>
                <a:cubicBezTo>
                  <a:pt x="1421498" y="6349974"/>
                  <a:pt x="0" y="4928451"/>
                  <a:pt x="0" y="3175025"/>
                </a:cubicBezTo>
                <a:cubicBezTo>
                  <a:pt x="0" y="1421511"/>
                  <a:pt x="1421498" y="0"/>
                  <a:pt x="3175000" y="0"/>
                </a:cubicBezTo>
                <a:cubicBezTo>
                  <a:pt x="4928501" y="0"/>
                  <a:pt x="6350000" y="1421511"/>
                  <a:pt x="6350000" y="3175025"/>
                </a:cubicBezTo>
                <a:close/>
              </a:path>
            </a:pathLst>
          </a:custGeom>
          <a:blipFill rotWithShape="1">
            <a:blip r:embed="rId3">
              <a:alphaModFix/>
            </a:blip>
            <a:stretch>
              <a:fillRect l="-10330" t="-10024" r="-9932" b="-10240"/>
            </a:stretch>
          </a:blip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4" name="Google Shape;94;p3"/>
          <p:cNvSpPr txBox="1"/>
          <p:nvPr/>
        </p:nvSpPr>
        <p:spPr>
          <a:xfrm>
            <a:off x="666750" y="475979"/>
            <a:ext cx="3117648" cy="605028"/>
          </a:xfrm>
          <a:prstGeom prst="rect">
            <a:avLst/>
          </a:prstGeom>
          <a:noFill/>
          <a:ln>
            <a:noFill/>
          </a:ln>
        </p:spPr>
        <p:txBody>
          <a:bodyPr spcFirstLastPara="1" wrap="square" lIns="0" tIns="0" rIns="0" bIns="0" anchor="t" anchorCtr="0">
            <a:spAutoFit/>
          </a:bodyPr>
          <a:lstStyle/>
          <a:p>
            <a:pPr marL="0" marR="0" lvl="0" indent="0" algn="l" rtl="0">
              <a:lnSpc>
                <a:spcPct val="140039"/>
              </a:lnSpc>
              <a:spcBef>
                <a:spcPts val="0"/>
              </a:spcBef>
              <a:spcAft>
                <a:spcPts val="0"/>
              </a:spcAft>
              <a:buClr>
                <a:srgbClr val="000000"/>
              </a:buClr>
              <a:buSzPts val="3554"/>
              <a:buFont typeface="Arial"/>
              <a:buNone/>
            </a:pPr>
            <a:r>
              <a:rPr lang="en-US" sz="3554" b="1" i="0" u="none" strike="noStrike" cap="none">
                <a:solidFill>
                  <a:srgbClr val="FFFFFF"/>
                </a:solidFill>
                <a:latin typeface="Nunito Sans"/>
                <a:ea typeface="Nunito Sans"/>
                <a:cs typeface="Nunito Sans"/>
                <a:sym typeface="Nunito Sans"/>
              </a:rPr>
              <a:t>Cecilian Portal</a:t>
            </a:r>
            <a:endParaRPr sz="1400" b="0" i="0" u="none" strike="noStrike" cap="none">
              <a:solidFill>
                <a:srgbClr val="000000"/>
              </a:solidFill>
              <a:latin typeface="Arial"/>
              <a:ea typeface="Arial"/>
              <a:cs typeface="Arial"/>
              <a:sym typeface="Arial"/>
            </a:endParaRPr>
          </a:p>
        </p:txBody>
      </p:sp>
      <p:sp>
        <p:nvSpPr>
          <p:cNvPr id="95" name="Google Shape;95;p3"/>
          <p:cNvSpPr/>
          <p:nvPr/>
        </p:nvSpPr>
        <p:spPr>
          <a:xfrm>
            <a:off x="17259300" y="542654"/>
            <a:ext cx="546702" cy="546702"/>
          </a:xfrm>
          <a:custGeom>
            <a:avLst/>
            <a:gdLst/>
            <a:ahLst/>
            <a:cxnLst/>
            <a:rect l="l" t="t" r="r" b="b"/>
            <a:pathLst>
              <a:path w="546702" h="546702" extrusionOk="0">
                <a:moveTo>
                  <a:pt x="0" y="0"/>
                </a:moveTo>
                <a:lnTo>
                  <a:pt x="546702" y="0"/>
                </a:lnTo>
                <a:lnTo>
                  <a:pt x="546702" y="546702"/>
                </a:lnTo>
                <a:lnTo>
                  <a:pt x="0" y="546702"/>
                </a:lnTo>
                <a:lnTo>
                  <a:pt x="0" y="0"/>
                </a:lnTo>
                <a:close/>
              </a:path>
            </a:pathLst>
          </a:custGeom>
          <a:blipFill rotWithShape="1">
            <a:blip r:embed="rId4">
              <a:alphaModFix/>
            </a:blip>
            <a:stretch>
              <a:fillRect/>
            </a:stretch>
          </a:blipFill>
          <a:ln>
            <a:noFill/>
          </a:ln>
        </p:spPr>
      </p:sp>
      <p:sp>
        <p:nvSpPr>
          <p:cNvPr id="96" name="Google Shape;96;p3"/>
          <p:cNvSpPr txBox="1"/>
          <p:nvPr/>
        </p:nvSpPr>
        <p:spPr>
          <a:xfrm>
            <a:off x="11380120" y="594280"/>
            <a:ext cx="2443433" cy="406527"/>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Clr>
                <a:srgbClr val="000000"/>
              </a:buClr>
              <a:buSzPts val="2370"/>
              <a:buFont typeface="Arial"/>
              <a:buNone/>
            </a:pPr>
            <a:r>
              <a:rPr lang="en-US" sz="2370" b="0" i="0" u="none" strike="noStrike" cap="none">
                <a:solidFill>
                  <a:srgbClr val="FFFFFF"/>
                </a:solidFill>
                <a:latin typeface="Nunito Sans ExtraLight"/>
                <a:ea typeface="Nunito Sans ExtraLight"/>
                <a:cs typeface="Nunito Sans ExtraLight"/>
                <a:sym typeface="Nunito Sans ExtraLight"/>
              </a:rPr>
              <a:t>System Design</a:t>
            </a:r>
            <a:endParaRPr sz="1400" b="0" i="0" u="none" strike="noStrike" cap="none">
              <a:solidFill>
                <a:srgbClr val="000000"/>
              </a:solidFill>
              <a:latin typeface="Arial"/>
              <a:ea typeface="Arial"/>
              <a:cs typeface="Arial"/>
              <a:sym typeface="Arial"/>
            </a:endParaRPr>
          </a:p>
        </p:txBody>
      </p:sp>
      <p:sp>
        <p:nvSpPr>
          <p:cNvPr id="97" name="Google Shape;97;p3"/>
          <p:cNvSpPr txBox="1"/>
          <p:nvPr/>
        </p:nvSpPr>
        <p:spPr>
          <a:xfrm>
            <a:off x="9235533" y="584755"/>
            <a:ext cx="1737007" cy="406527"/>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Clr>
                <a:srgbClr val="000000"/>
              </a:buClr>
              <a:buSzPts val="2370"/>
              <a:buFont typeface="Arial"/>
              <a:buNone/>
            </a:pPr>
            <a:r>
              <a:rPr lang="en-US" sz="2370" b="0" i="0" u="none" strike="noStrike" cap="none">
                <a:solidFill>
                  <a:srgbClr val="FFFFFF"/>
                </a:solidFill>
                <a:latin typeface="Nunito Sans ExtraLight"/>
                <a:ea typeface="Nunito Sans ExtraLight"/>
                <a:cs typeface="Nunito Sans ExtraLight"/>
                <a:sym typeface="Nunito Sans ExtraLight"/>
              </a:rPr>
              <a:t>Methodology</a:t>
            </a:r>
            <a:endParaRPr sz="1400" b="0" i="0" u="none" strike="noStrike" cap="none">
              <a:solidFill>
                <a:srgbClr val="000000"/>
              </a:solidFill>
              <a:latin typeface="Arial"/>
              <a:ea typeface="Arial"/>
              <a:cs typeface="Arial"/>
              <a:sym typeface="Arial"/>
            </a:endParaRPr>
          </a:p>
        </p:txBody>
      </p:sp>
      <p:sp>
        <p:nvSpPr>
          <p:cNvPr id="98" name="Google Shape;98;p3"/>
          <p:cNvSpPr txBox="1"/>
          <p:nvPr/>
        </p:nvSpPr>
        <p:spPr>
          <a:xfrm>
            <a:off x="4896349" y="584755"/>
            <a:ext cx="1984659" cy="406527"/>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Clr>
                <a:srgbClr val="000000"/>
              </a:buClr>
              <a:buSzPts val="2370"/>
              <a:buFont typeface="Arial"/>
              <a:buNone/>
            </a:pPr>
            <a:r>
              <a:rPr lang="en-US" sz="2370" b="0" i="0" u="none" strike="noStrike" cap="none">
                <a:solidFill>
                  <a:srgbClr val="FFFFFF"/>
                </a:solidFill>
                <a:latin typeface="Nunito Sans ExtraLight"/>
                <a:ea typeface="Nunito Sans ExtraLight"/>
                <a:cs typeface="Nunito Sans ExtraLight"/>
                <a:sym typeface="Nunito Sans ExtraLight"/>
              </a:rPr>
              <a:t>Introduction</a:t>
            </a:r>
            <a:endParaRPr sz="1400" b="0" i="0" u="none" strike="noStrike" cap="none">
              <a:solidFill>
                <a:srgbClr val="000000"/>
              </a:solidFill>
              <a:latin typeface="Arial"/>
              <a:ea typeface="Arial"/>
              <a:cs typeface="Arial"/>
              <a:sym typeface="Arial"/>
            </a:endParaRPr>
          </a:p>
        </p:txBody>
      </p:sp>
      <p:sp>
        <p:nvSpPr>
          <p:cNvPr id="99" name="Google Shape;99;p3"/>
          <p:cNvSpPr txBox="1"/>
          <p:nvPr/>
        </p:nvSpPr>
        <p:spPr>
          <a:xfrm>
            <a:off x="14098165" y="603805"/>
            <a:ext cx="2748483" cy="406527"/>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Clr>
                <a:srgbClr val="000000"/>
              </a:buClr>
              <a:buSzPts val="2370"/>
              <a:buFont typeface="Arial"/>
              <a:buNone/>
            </a:pPr>
            <a:r>
              <a:rPr lang="en-US" sz="2370" b="0" i="0" u="none" strike="noStrike" cap="none">
                <a:solidFill>
                  <a:srgbClr val="FFFFFF"/>
                </a:solidFill>
                <a:latin typeface="Nunito Sans ExtraLight"/>
                <a:ea typeface="Nunito Sans ExtraLight"/>
                <a:cs typeface="Nunito Sans ExtraLight"/>
                <a:sym typeface="Nunito Sans ExtraLight"/>
              </a:rPr>
              <a:t>Evaluating &amp; Testing</a:t>
            </a:r>
            <a:endParaRPr sz="1400" b="0" i="0" u="none" strike="noStrike" cap="none">
              <a:solidFill>
                <a:srgbClr val="000000"/>
              </a:solidFill>
              <a:latin typeface="Arial"/>
              <a:ea typeface="Arial"/>
              <a:cs typeface="Arial"/>
              <a:sym typeface="Arial"/>
            </a:endParaRPr>
          </a:p>
        </p:txBody>
      </p:sp>
      <p:sp>
        <p:nvSpPr>
          <p:cNvPr id="100" name="Google Shape;100;p3"/>
          <p:cNvSpPr txBox="1"/>
          <p:nvPr/>
        </p:nvSpPr>
        <p:spPr>
          <a:xfrm>
            <a:off x="7176992" y="584755"/>
            <a:ext cx="1641437" cy="423193"/>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Clr>
                <a:srgbClr val="000000"/>
              </a:buClr>
              <a:buSzPts val="2370"/>
              <a:buFont typeface="Arial"/>
              <a:buNone/>
            </a:pPr>
            <a:r>
              <a:rPr lang="en-US" sz="2370" b="0" i="0" u="none" strike="noStrike" cap="none">
                <a:solidFill>
                  <a:srgbClr val="FFFFFF"/>
                </a:solidFill>
                <a:latin typeface="Nunito Sans ExtraLight"/>
                <a:ea typeface="Nunito Sans ExtraLight"/>
                <a:cs typeface="Nunito Sans ExtraLight"/>
                <a:sym typeface="Nunito Sans ExtraLight"/>
              </a:rPr>
              <a:t>Literatures</a:t>
            </a:r>
            <a:endParaRPr sz="2370" b="0" i="0" u="none" strike="noStrike" cap="none">
              <a:solidFill>
                <a:srgbClr val="FFFFFF"/>
              </a:solidFill>
              <a:latin typeface="Nunito Sans ExtraLight"/>
              <a:ea typeface="Nunito Sans ExtraLight"/>
              <a:cs typeface="Nunito Sans ExtraLight"/>
              <a:sym typeface="Nunito Sans ExtraLight"/>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82"/>
        <p:cNvGrpSpPr/>
        <p:nvPr/>
      </p:nvGrpSpPr>
      <p:grpSpPr>
        <a:xfrm>
          <a:off x="0" y="0"/>
          <a:ext cx="0" cy="0"/>
          <a:chOff x="0" y="0"/>
          <a:chExt cx="0" cy="0"/>
        </a:xfrm>
      </p:grpSpPr>
      <p:grpSp>
        <p:nvGrpSpPr>
          <p:cNvPr id="83" name="Google Shape;83;p3"/>
          <p:cNvGrpSpPr/>
          <p:nvPr/>
        </p:nvGrpSpPr>
        <p:grpSpPr>
          <a:xfrm>
            <a:off x="-670310" y="-736428"/>
            <a:ext cx="19670481" cy="2376603"/>
            <a:chOff x="0" y="-38100"/>
            <a:chExt cx="5180703" cy="625937"/>
          </a:xfrm>
        </p:grpSpPr>
        <p:sp>
          <p:nvSpPr>
            <p:cNvPr id="84" name="Google Shape;84;p3"/>
            <p:cNvSpPr/>
            <p:nvPr/>
          </p:nvSpPr>
          <p:spPr>
            <a:xfrm>
              <a:off x="0" y="0"/>
              <a:ext cx="5180703" cy="587837"/>
            </a:xfrm>
            <a:custGeom>
              <a:avLst/>
              <a:gdLst/>
              <a:ahLst/>
              <a:cxnLst/>
              <a:rect l="l" t="t" r="r" b="b"/>
              <a:pathLst>
                <a:path w="5180703" h="587837" extrusionOk="0">
                  <a:moveTo>
                    <a:pt x="0" y="0"/>
                  </a:moveTo>
                  <a:lnTo>
                    <a:pt x="5180703" y="0"/>
                  </a:lnTo>
                  <a:lnTo>
                    <a:pt x="5180703" y="587837"/>
                  </a:lnTo>
                  <a:lnTo>
                    <a:pt x="0" y="587837"/>
                  </a:lnTo>
                  <a:close/>
                </a:path>
              </a:pathLst>
            </a:custGeom>
            <a:solidFill>
              <a:srgbClr val="790A0A"/>
            </a:solidFill>
            <a:ln>
              <a:noFill/>
            </a:ln>
          </p:spPr>
        </p:sp>
        <p:sp>
          <p:nvSpPr>
            <p:cNvPr id="85" name="Google Shape;85;p3"/>
            <p:cNvSpPr txBox="1"/>
            <p:nvPr/>
          </p:nvSpPr>
          <p:spPr>
            <a:xfrm>
              <a:off x="0" y="-38100"/>
              <a:ext cx="5180703" cy="625937"/>
            </a:xfrm>
            <a:prstGeom prst="rect">
              <a:avLst/>
            </a:prstGeom>
            <a:noFill/>
            <a:ln>
              <a:noFill/>
            </a:ln>
          </p:spPr>
          <p:txBody>
            <a:bodyPr spcFirstLastPara="1" wrap="square" lIns="50800" tIns="50800" rIns="50800" bIns="50800" anchor="ctr" anchorCtr="0">
              <a:noAutofit/>
            </a:bodyPr>
            <a:lstStyle/>
            <a:p>
              <a:pPr marL="0" marR="0" lvl="0" indent="0" algn="ctr" rtl="0">
                <a:lnSpc>
                  <a:spcPct val="147722"/>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grpSp>
      <p:grpSp>
        <p:nvGrpSpPr>
          <p:cNvPr id="86" name="Google Shape;86;p3"/>
          <p:cNvGrpSpPr/>
          <p:nvPr/>
        </p:nvGrpSpPr>
        <p:grpSpPr>
          <a:xfrm>
            <a:off x="-580047" y="9794239"/>
            <a:ext cx="19489954" cy="1158047"/>
            <a:chOff x="0" y="-38100"/>
            <a:chExt cx="5133157" cy="305000"/>
          </a:xfrm>
        </p:grpSpPr>
        <p:sp>
          <p:nvSpPr>
            <p:cNvPr id="87" name="Google Shape;87;p3"/>
            <p:cNvSpPr/>
            <p:nvPr/>
          </p:nvSpPr>
          <p:spPr>
            <a:xfrm>
              <a:off x="0" y="0"/>
              <a:ext cx="5133157" cy="266900"/>
            </a:xfrm>
            <a:custGeom>
              <a:avLst/>
              <a:gdLst/>
              <a:ahLst/>
              <a:cxnLst/>
              <a:rect l="l" t="t" r="r" b="b"/>
              <a:pathLst>
                <a:path w="5133157" h="266900" extrusionOk="0">
                  <a:moveTo>
                    <a:pt x="0" y="0"/>
                  </a:moveTo>
                  <a:lnTo>
                    <a:pt x="5133157" y="0"/>
                  </a:lnTo>
                  <a:lnTo>
                    <a:pt x="5133157" y="266900"/>
                  </a:lnTo>
                  <a:lnTo>
                    <a:pt x="0" y="266900"/>
                  </a:lnTo>
                  <a:close/>
                </a:path>
              </a:pathLst>
            </a:custGeom>
            <a:solidFill>
              <a:srgbClr val="790A0A"/>
            </a:solidFill>
            <a:ln>
              <a:noFill/>
            </a:ln>
          </p:spPr>
        </p:sp>
        <p:sp>
          <p:nvSpPr>
            <p:cNvPr id="88" name="Google Shape;88;p3"/>
            <p:cNvSpPr txBox="1"/>
            <p:nvPr/>
          </p:nvSpPr>
          <p:spPr>
            <a:xfrm>
              <a:off x="0" y="-38100"/>
              <a:ext cx="5133157" cy="305000"/>
            </a:xfrm>
            <a:prstGeom prst="rect">
              <a:avLst/>
            </a:prstGeom>
            <a:noFill/>
            <a:ln>
              <a:noFill/>
            </a:ln>
          </p:spPr>
          <p:txBody>
            <a:bodyPr spcFirstLastPara="1" wrap="square" lIns="50800" tIns="50800" rIns="50800" bIns="50800" anchor="ctr" anchorCtr="0">
              <a:noAutofit/>
            </a:bodyPr>
            <a:lstStyle/>
            <a:p>
              <a:pPr marL="0" marR="0" lvl="0" indent="0" algn="ctr" rtl="0">
                <a:lnSpc>
                  <a:spcPct val="147722"/>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grpSp>
      <p:cxnSp>
        <p:nvCxnSpPr>
          <p:cNvPr id="89" name="Google Shape;89;p3"/>
          <p:cNvCxnSpPr/>
          <p:nvPr/>
        </p:nvCxnSpPr>
        <p:spPr>
          <a:xfrm rot="5400000">
            <a:off x="3297077" y="514679"/>
            <a:ext cx="2231942" cy="0"/>
          </a:xfrm>
          <a:prstGeom prst="straightConnector1">
            <a:avLst/>
          </a:prstGeom>
          <a:noFill/>
          <a:ln w="19050" cap="flat" cmpd="sng">
            <a:solidFill>
              <a:srgbClr val="FFFFFF"/>
            </a:solidFill>
            <a:prstDash val="solid"/>
            <a:round/>
            <a:headEnd type="none" w="sm" len="sm"/>
            <a:tailEnd type="none" w="sm" len="sm"/>
          </a:ln>
        </p:spPr>
      </p:cxnSp>
      <p:cxnSp>
        <p:nvCxnSpPr>
          <p:cNvPr id="90" name="Google Shape;90;p3"/>
          <p:cNvCxnSpPr/>
          <p:nvPr/>
        </p:nvCxnSpPr>
        <p:spPr>
          <a:xfrm rot="10800000">
            <a:off x="-670310" y="1621125"/>
            <a:ext cx="19670481" cy="0"/>
          </a:xfrm>
          <a:prstGeom prst="straightConnector1">
            <a:avLst/>
          </a:prstGeom>
          <a:noFill/>
          <a:ln w="19050" cap="flat" cmpd="sng">
            <a:solidFill>
              <a:srgbClr val="000000"/>
            </a:solidFill>
            <a:prstDash val="solid"/>
            <a:round/>
            <a:headEnd type="none" w="sm" len="sm"/>
            <a:tailEnd type="none" w="sm" len="sm"/>
          </a:ln>
        </p:spPr>
      </p:cxnSp>
      <p:sp>
        <p:nvSpPr>
          <p:cNvPr id="91" name="Google Shape;91;p3"/>
          <p:cNvSpPr txBox="1"/>
          <p:nvPr/>
        </p:nvSpPr>
        <p:spPr>
          <a:xfrm>
            <a:off x="6731319" y="2032054"/>
            <a:ext cx="4793840" cy="946785"/>
          </a:xfrm>
          <a:prstGeom prst="rect">
            <a:avLst/>
          </a:prstGeom>
          <a:noFill/>
          <a:ln>
            <a:noFill/>
          </a:ln>
        </p:spPr>
        <p:txBody>
          <a:bodyPr spcFirstLastPara="1" wrap="square" lIns="0" tIns="0" rIns="0" bIns="0" anchor="t" anchorCtr="0">
            <a:spAutoFit/>
          </a:bodyPr>
          <a:lstStyle/>
          <a:p>
            <a:pPr marL="0" marR="0" lvl="0" indent="0" algn="l" rtl="0">
              <a:lnSpc>
                <a:spcPct val="127000"/>
              </a:lnSpc>
              <a:spcBef>
                <a:spcPts val="0"/>
              </a:spcBef>
              <a:spcAft>
                <a:spcPts val="0"/>
              </a:spcAft>
              <a:buClr>
                <a:srgbClr val="000000"/>
              </a:buClr>
              <a:buSzPts val="6000"/>
              <a:buFont typeface="Arial"/>
              <a:buNone/>
            </a:pPr>
            <a:r>
              <a:rPr lang="en-US" sz="6000" b="0" i="0" u="none" strike="noStrike" cap="none" dirty="0">
                <a:solidFill>
                  <a:srgbClr val="000000"/>
                </a:solidFill>
                <a:latin typeface="Prompt Black"/>
                <a:ea typeface="Prompt Black"/>
                <a:cs typeface="Prompt Black"/>
                <a:sym typeface="Prompt Black"/>
              </a:rPr>
              <a:t>RATIONALE</a:t>
            </a:r>
            <a:endParaRPr sz="1400" b="0" i="0" u="none" strike="noStrike" cap="none" dirty="0">
              <a:solidFill>
                <a:srgbClr val="000000"/>
              </a:solidFill>
              <a:latin typeface="Arial"/>
              <a:ea typeface="Arial"/>
              <a:cs typeface="Arial"/>
              <a:sym typeface="Arial"/>
            </a:endParaRPr>
          </a:p>
        </p:txBody>
      </p:sp>
      <p:sp>
        <p:nvSpPr>
          <p:cNvPr id="92" name="Google Shape;92;p3"/>
          <p:cNvSpPr txBox="1"/>
          <p:nvPr/>
        </p:nvSpPr>
        <p:spPr>
          <a:xfrm>
            <a:off x="6731319" y="3204173"/>
            <a:ext cx="10475646" cy="5539978"/>
          </a:xfrm>
          <a:prstGeom prst="rect">
            <a:avLst/>
          </a:prstGeom>
          <a:noFill/>
          <a:ln>
            <a:noFill/>
          </a:ln>
        </p:spPr>
        <p:txBody>
          <a:bodyPr spcFirstLastPara="1" wrap="square" lIns="0" tIns="0" rIns="0" bIns="0" anchor="t" anchorCtr="0">
            <a:spAutoFit/>
          </a:bodyPr>
          <a:lstStyle/>
          <a:p>
            <a:r>
              <a:rPr lang="en-US" sz="3600" dirty="0">
                <a:latin typeface="Nunito Sans ExtraLight" pitchFamily="2" charset="0"/>
              </a:rPr>
              <a:t>In the </a:t>
            </a:r>
            <a:r>
              <a:rPr lang="en-US" sz="3600" b="1" dirty="0">
                <a:latin typeface="Nunito Sans ExtraLight" pitchFamily="2" charset="0"/>
              </a:rPr>
              <a:t>Philippine context</a:t>
            </a:r>
            <a:r>
              <a:rPr lang="en-US" sz="3600" dirty="0">
                <a:latin typeface="Nunito Sans ExtraLight" pitchFamily="2" charset="0"/>
              </a:rPr>
              <a:t>, institutional libraries still face issues like misplaced resources, losses, and inefficiencies due to manual operations (Alvarez &amp; Dela Cruz, 2020). To address this, the proposed project introduces an </a:t>
            </a:r>
            <a:r>
              <a:rPr lang="en-US" sz="3600" b="1" dirty="0">
                <a:latin typeface="Nunito Sans ExtraLight" pitchFamily="2" charset="0"/>
              </a:rPr>
              <a:t>RFID and QR-Based Library Management System</a:t>
            </a:r>
            <a:r>
              <a:rPr lang="en-US" sz="3600" dirty="0">
                <a:latin typeface="Nunito Sans ExtraLight" pitchFamily="2" charset="0"/>
              </a:rPr>
              <a:t> for </a:t>
            </a:r>
            <a:r>
              <a:rPr lang="en-US" sz="3600" b="1" dirty="0">
                <a:latin typeface="Nunito Sans ExtraLight" pitchFamily="2" charset="0"/>
              </a:rPr>
              <a:t>St. Cecilia’s College – Cebu, Inc.</a:t>
            </a:r>
            <a:r>
              <a:rPr lang="en-US" sz="3600" dirty="0">
                <a:latin typeface="Nunito Sans ExtraLight" pitchFamily="2" charset="0"/>
              </a:rPr>
              <a:t>, integrating automated inventory, security, checkout, and return processes. The inclusion of </a:t>
            </a:r>
            <a:r>
              <a:rPr lang="en-US" sz="3600" b="1" dirty="0">
                <a:latin typeface="Nunito Sans ExtraLight" pitchFamily="2" charset="0"/>
              </a:rPr>
              <a:t>QR codes</a:t>
            </a:r>
            <a:r>
              <a:rPr lang="en-US" sz="3600" dirty="0">
                <a:latin typeface="Nunito Sans ExtraLight" pitchFamily="2" charset="0"/>
              </a:rPr>
              <a:t> further enhances convenience and accuracy in tracking and managing book inventories.</a:t>
            </a:r>
          </a:p>
        </p:txBody>
      </p:sp>
      <p:sp>
        <p:nvSpPr>
          <p:cNvPr id="93" name="Google Shape;93;p3"/>
          <p:cNvSpPr/>
          <p:nvPr/>
        </p:nvSpPr>
        <p:spPr>
          <a:xfrm>
            <a:off x="889885" y="3166353"/>
            <a:ext cx="5246391" cy="5246369"/>
          </a:xfrm>
          <a:custGeom>
            <a:avLst/>
            <a:gdLst/>
            <a:ahLst/>
            <a:cxnLst/>
            <a:rect l="l" t="t" r="r" b="b"/>
            <a:pathLst>
              <a:path w="6350000" h="6349974" extrusionOk="0">
                <a:moveTo>
                  <a:pt x="6350000" y="3175025"/>
                </a:moveTo>
                <a:cubicBezTo>
                  <a:pt x="6350000" y="4928451"/>
                  <a:pt x="4928476" y="6349974"/>
                  <a:pt x="3175000" y="6349974"/>
                </a:cubicBezTo>
                <a:cubicBezTo>
                  <a:pt x="1421498" y="6349974"/>
                  <a:pt x="0" y="4928451"/>
                  <a:pt x="0" y="3175025"/>
                </a:cubicBezTo>
                <a:cubicBezTo>
                  <a:pt x="0" y="1421511"/>
                  <a:pt x="1421498" y="0"/>
                  <a:pt x="3175000" y="0"/>
                </a:cubicBezTo>
                <a:cubicBezTo>
                  <a:pt x="4928501" y="0"/>
                  <a:pt x="6350000" y="1421511"/>
                  <a:pt x="6350000" y="3175025"/>
                </a:cubicBezTo>
                <a:close/>
              </a:path>
            </a:pathLst>
          </a:custGeom>
          <a:blipFill rotWithShape="1">
            <a:blip r:embed="rId3">
              <a:alphaModFix/>
            </a:blip>
            <a:stretch>
              <a:fillRect l="-10330" t="-10024" r="-9932" b="-10240"/>
            </a:stretch>
          </a:blip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4" name="Google Shape;94;p3"/>
          <p:cNvSpPr txBox="1"/>
          <p:nvPr/>
        </p:nvSpPr>
        <p:spPr>
          <a:xfrm>
            <a:off x="666750" y="475979"/>
            <a:ext cx="3117648" cy="605028"/>
          </a:xfrm>
          <a:prstGeom prst="rect">
            <a:avLst/>
          </a:prstGeom>
          <a:noFill/>
          <a:ln>
            <a:noFill/>
          </a:ln>
        </p:spPr>
        <p:txBody>
          <a:bodyPr spcFirstLastPara="1" wrap="square" lIns="0" tIns="0" rIns="0" bIns="0" anchor="t" anchorCtr="0">
            <a:spAutoFit/>
          </a:bodyPr>
          <a:lstStyle/>
          <a:p>
            <a:pPr marL="0" marR="0" lvl="0" indent="0" algn="l" rtl="0">
              <a:lnSpc>
                <a:spcPct val="140039"/>
              </a:lnSpc>
              <a:spcBef>
                <a:spcPts val="0"/>
              </a:spcBef>
              <a:spcAft>
                <a:spcPts val="0"/>
              </a:spcAft>
              <a:buClr>
                <a:srgbClr val="000000"/>
              </a:buClr>
              <a:buSzPts val="3554"/>
              <a:buFont typeface="Arial"/>
              <a:buNone/>
            </a:pPr>
            <a:r>
              <a:rPr lang="en-US" sz="3554" b="1" i="0" u="none" strike="noStrike" cap="none">
                <a:solidFill>
                  <a:srgbClr val="FFFFFF"/>
                </a:solidFill>
                <a:latin typeface="Nunito Sans"/>
                <a:ea typeface="Nunito Sans"/>
                <a:cs typeface="Nunito Sans"/>
                <a:sym typeface="Nunito Sans"/>
              </a:rPr>
              <a:t>Cecilian Portal</a:t>
            </a:r>
            <a:endParaRPr sz="1400" b="0" i="0" u="none" strike="noStrike" cap="none">
              <a:solidFill>
                <a:srgbClr val="000000"/>
              </a:solidFill>
              <a:latin typeface="Arial"/>
              <a:ea typeface="Arial"/>
              <a:cs typeface="Arial"/>
              <a:sym typeface="Arial"/>
            </a:endParaRPr>
          </a:p>
        </p:txBody>
      </p:sp>
      <p:sp>
        <p:nvSpPr>
          <p:cNvPr id="95" name="Google Shape;95;p3"/>
          <p:cNvSpPr/>
          <p:nvPr/>
        </p:nvSpPr>
        <p:spPr>
          <a:xfrm>
            <a:off x="17259300" y="542654"/>
            <a:ext cx="546702" cy="546702"/>
          </a:xfrm>
          <a:custGeom>
            <a:avLst/>
            <a:gdLst/>
            <a:ahLst/>
            <a:cxnLst/>
            <a:rect l="l" t="t" r="r" b="b"/>
            <a:pathLst>
              <a:path w="546702" h="546702" extrusionOk="0">
                <a:moveTo>
                  <a:pt x="0" y="0"/>
                </a:moveTo>
                <a:lnTo>
                  <a:pt x="546702" y="0"/>
                </a:lnTo>
                <a:lnTo>
                  <a:pt x="546702" y="546702"/>
                </a:lnTo>
                <a:lnTo>
                  <a:pt x="0" y="546702"/>
                </a:lnTo>
                <a:lnTo>
                  <a:pt x="0" y="0"/>
                </a:lnTo>
                <a:close/>
              </a:path>
            </a:pathLst>
          </a:custGeom>
          <a:blipFill rotWithShape="1">
            <a:blip r:embed="rId4">
              <a:alphaModFix/>
            </a:blip>
            <a:stretch>
              <a:fillRect/>
            </a:stretch>
          </a:blipFill>
          <a:ln>
            <a:noFill/>
          </a:ln>
        </p:spPr>
      </p:sp>
      <p:sp>
        <p:nvSpPr>
          <p:cNvPr id="96" name="Google Shape;96;p3"/>
          <p:cNvSpPr txBox="1"/>
          <p:nvPr/>
        </p:nvSpPr>
        <p:spPr>
          <a:xfrm>
            <a:off x="11380120" y="594280"/>
            <a:ext cx="2443433" cy="406527"/>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Clr>
                <a:srgbClr val="000000"/>
              </a:buClr>
              <a:buSzPts val="2370"/>
              <a:buFont typeface="Arial"/>
              <a:buNone/>
            </a:pPr>
            <a:r>
              <a:rPr lang="en-US" sz="2370" b="0" i="0" u="none" strike="noStrike" cap="none">
                <a:solidFill>
                  <a:srgbClr val="FFFFFF"/>
                </a:solidFill>
                <a:latin typeface="Nunito Sans ExtraLight"/>
                <a:ea typeface="Nunito Sans ExtraLight"/>
                <a:cs typeface="Nunito Sans ExtraLight"/>
                <a:sym typeface="Nunito Sans ExtraLight"/>
              </a:rPr>
              <a:t>System Design</a:t>
            </a:r>
            <a:endParaRPr sz="1400" b="0" i="0" u="none" strike="noStrike" cap="none">
              <a:solidFill>
                <a:srgbClr val="000000"/>
              </a:solidFill>
              <a:latin typeface="Arial"/>
              <a:ea typeface="Arial"/>
              <a:cs typeface="Arial"/>
              <a:sym typeface="Arial"/>
            </a:endParaRPr>
          </a:p>
        </p:txBody>
      </p:sp>
      <p:sp>
        <p:nvSpPr>
          <p:cNvPr id="97" name="Google Shape;97;p3"/>
          <p:cNvSpPr txBox="1"/>
          <p:nvPr/>
        </p:nvSpPr>
        <p:spPr>
          <a:xfrm>
            <a:off x="9235533" y="584755"/>
            <a:ext cx="1737007" cy="406527"/>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Clr>
                <a:srgbClr val="000000"/>
              </a:buClr>
              <a:buSzPts val="2370"/>
              <a:buFont typeface="Arial"/>
              <a:buNone/>
            </a:pPr>
            <a:r>
              <a:rPr lang="en-US" sz="2370" b="0" i="0" u="none" strike="noStrike" cap="none">
                <a:solidFill>
                  <a:srgbClr val="FFFFFF"/>
                </a:solidFill>
                <a:latin typeface="Nunito Sans ExtraLight"/>
                <a:ea typeface="Nunito Sans ExtraLight"/>
                <a:cs typeface="Nunito Sans ExtraLight"/>
                <a:sym typeface="Nunito Sans ExtraLight"/>
              </a:rPr>
              <a:t>Methodology</a:t>
            </a:r>
            <a:endParaRPr sz="1400" b="0" i="0" u="none" strike="noStrike" cap="none">
              <a:solidFill>
                <a:srgbClr val="000000"/>
              </a:solidFill>
              <a:latin typeface="Arial"/>
              <a:ea typeface="Arial"/>
              <a:cs typeface="Arial"/>
              <a:sym typeface="Arial"/>
            </a:endParaRPr>
          </a:p>
        </p:txBody>
      </p:sp>
      <p:sp>
        <p:nvSpPr>
          <p:cNvPr id="98" name="Google Shape;98;p3"/>
          <p:cNvSpPr txBox="1"/>
          <p:nvPr/>
        </p:nvSpPr>
        <p:spPr>
          <a:xfrm>
            <a:off x="4896349" y="584755"/>
            <a:ext cx="1984659" cy="406527"/>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Clr>
                <a:srgbClr val="000000"/>
              </a:buClr>
              <a:buSzPts val="2370"/>
              <a:buFont typeface="Arial"/>
              <a:buNone/>
            </a:pPr>
            <a:r>
              <a:rPr lang="en-US" sz="2370" b="0" i="0" u="none" strike="noStrike" cap="none">
                <a:solidFill>
                  <a:srgbClr val="FFFFFF"/>
                </a:solidFill>
                <a:latin typeface="Nunito Sans ExtraLight"/>
                <a:ea typeface="Nunito Sans ExtraLight"/>
                <a:cs typeface="Nunito Sans ExtraLight"/>
                <a:sym typeface="Nunito Sans ExtraLight"/>
              </a:rPr>
              <a:t>Introduction</a:t>
            </a:r>
            <a:endParaRPr sz="1400" b="0" i="0" u="none" strike="noStrike" cap="none">
              <a:solidFill>
                <a:srgbClr val="000000"/>
              </a:solidFill>
              <a:latin typeface="Arial"/>
              <a:ea typeface="Arial"/>
              <a:cs typeface="Arial"/>
              <a:sym typeface="Arial"/>
            </a:endParaRPr>
          </a:p>
        </p:txBody>
      </p:sp>
      <p:sp>
        <p:nvSpPr>
          <p:cNvPr id="99" name="Google Shape;99;p3"/>
          <p:cNvSpPr txBox="1"/>
          <p:nvPr/>
        </p:nvSpPr>
        <p:spPr>
          <a:xfrm>
            <a:off x="14098165" y="603805"/>
            <a:ext cx="2748483" cy="406527"/>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Clr>
                <a:srgbClr val="000000"/>
              </a:buClr>
              <a:buSzPts val="2370"/>
              <a:buFont typeface="Arial"/>
              <a:buNone/>
            </a:pPr>
            <a:r>
              <a:rPr lang="en-US" sz="2370" b="0" i="0" u="none" strike="noStrike" cap="none">
                <a:solidFill>
                  <a:srgbClr val="FFFFFF"/>
                </a:solidFill>
                <a:latin typeface="Nunito Sans ExtraLight"/>
                <a:ea typeface="Nunito Sans ExtraLight"/>
                <a:cs typeface="Nunito Sans ExtraLight"/>
                <a:sym typeface="Nunito Sans ExtraLight"/>
              </a:rPr>
              <a:t>Evaluating &amp; Testing</a:t>
            </a:r>
            <a:endParaRPr sz="1400" b="0" i="0" u="none" strike="noStrike" cap="none">
              <a:solidFill>
                <a:srgbClr val="000000"/>
              </a:solidFill>
              <a:latin typeface="Arial"/>
              <a:ea typeface="Arial"/>
              <a:cs typeface="Arial"/>
              <a:sym typeface="Arial"/>
            </a:endParaRPr>
          </a:p>
        </p:txBody>
      </p:sp>
      <p:sp>
        <p:nvSpPr>
          <p:cNvPr id="100" name="Google Shape;100;p3"/>
          <p:cNvSpPr txBox="1"/>
          <p:nvPr/>
        </p:nvSpPr>
        <p:spPr>
          <a:xfrm>
            <a:off x="7176992" y="584755"/>
            <a:ext cx="1641437" cy="423193"/>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Clr>
                <a:srgbClr val="000000"/>
              </a:buClr>
              <a:buSzPts val="2370"/>
              <a:buFont typeface="Arial"/>
              <a:buNone/>
            </a:pPr>
            <a:r>
              <a:rPr lang="en-US" sz="2370" b="0" i="0" u="none" strike="noStrike" cap="none">
                <a:solidFill>
                  <a:srgbClr val="FFFFFF"/>
                </a:solidFill>
                <a:latin typeface="Nunito Sans ExtraLight"/>
                <a:ea typeface="Nunito Sans ExtraLight"/>
                <a:cs typeface="Nunito Sans ExtraLight"/>
                <a:sym typeface="Nunito Sans ExtraLight"/>
              </a:rPr>
              <a:t>Literatures</a:t>
            </a:r>
            <a:endParaRPr sz="2370" b="0" i="0" u="none" strike="noStrike" cap="none">
              <a:solidFill>
                <a:srgbClr val="FFFFFF"/>
              </a:solidFill>
              <a:latin typeface="Nunito Sans ExtraLight"/>
              <a:ea typeface="Nunito Sans ExtraLight"/>
              <a:cs typeface="Nunito Sans ExtraLight"/>
              <a:sym typeface="Nunito Sans ExtraLight"/>
            </a:endParaRPr>
          </a:p>
        </p:txBody>
      </p:sp>
    </p:spTree>
    <p:extLst>
      <p:ext uri="{BB962C8B-B14F-4D97-AF65-F5344CB8AC3E}">
        <p14:creationId xmlns:p14="http://schemas.microsoft.com/office/powerpoint/2010/main" val="200961481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25"/>
        <p:cNvGrpSpPr/>
        <p:nvPr/>
      </p:nvGrpSpPr>
      <p:grpSpPr>
        <a:xfrm>
          <a:off x="0" y="0"/>
          <a:ext cx="0" cy="0"/>
          <a:chOff x="0" y="0"/>
          <a:chExt cx="0" cy="0"/>
        </a:xfrm>
      </p:grpSpPr>
      <p:grpSp>
        <p:nvGrpSpPr>
          <p:cNvPr id="126" name="Google Shape;126;p5"/>
          <p:cNvGrpSpPr/>
          <p:nvPr/>
        </p:nvGrpSpPr>
        <p:grpSpPr>
          <a:xfrm>
            <a:off x="-670310" y="-736428"/>
            <a:ext cx="19670481" cy="2376603"/>
            <a:chOff x="0" y="-38100"/>
            <a:chExt cx="5180703" cy="625937"/>
          </a:xfrm>
        </p:grpSpPr>
        <p:sp>
          <p:nvSpPr>
            <p:cNvPr id="127" name="Google Shape;127;p5"/>
            <p:cNvSpPr/>
            <p:nvPr/>
          </p:nvSpPr>
          <p:spPr>
            <a:xfrm>
              <a:off x="0" y="0"/>
              <a:ext cx="5180703" cy="587837"/>
            </a:xfrm>
            <a:custGeom>
              <a:avLst/>
              <a:gdLst/>
              <a:ahLst/>
              <a:cxnLst/>
              <a:rect l="l" t="t" r="r" b="b"/>
              <a:pathLst>
                <a:path w="5180703" h="587837" extrusionOk="0">
                  <a:moveTo>
                    <a:pt x="0" y="0"/>
                  </a:moveTo>
                  <a:lnTo>
                    <a:pt x="5180703" y="0"/>
                  </a:lnTo>
                  <a:lnTo>
                    <a:pt x="5180703" y="587837"/>
                  </a:lnTo>
                  <a:lnTo>
                    <a:pt x="0" y="587837"/>
                  </a:lnTo>
                  <a:close/>
                </a:path>
              </a:pathLst>
            </a:custGeom>
            <a:solidFill>
              <a:srgbClr val="790A0A"/>
            </a:solidFill>
            <a:ln>
              <a:noFill/>
            </a:ln>
          </p:spPr>
        </p:sp>
        <p:sp>
          <p:nvSpPr>
            <p:cNvPr id="128" name="Google Shape;128;p5"/>
            <p:cNvSpPr txBox="1"/>
            <p:nvPr/>
          </p:nvSpPr>
          <p:spPr>
            <a:xfrm>
              <a:off x="0" y="-38100"/>
              <a:ext cx="5180703" cy="625937"/>
            </a:xfrm>
            <a:prstGeom prst="rect">
              <a:avLst/>
            </a:prstGeom>
            <a:noFill/>
            <a:ln>
              <a:noFill/>
            </a:ln>
          </p:spPr>
          <p:txBody>
            <a:bodyPr spcFirstLastPara="1" wrap="square" lIns="50800" tIns="50800" rIns="50800" bIns="50800" anchor="ctr" anchorCtr="0">
              <a:noAutofit/>
            </a:bodyPr>
            <a:lstStyle/>
            <a:p>
              <a:pPr marL="0" marR="0" lvl="0" indent="0" algn="ctr" rtl="0">
                <a:lnSpc>
                  <a:spcPct val="147722"/>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grpSp>
      <p:grpSp>
        <p:nvGrpSpPr>
          <p:cNvPr id="129" name="Google Shape;129;p5"/>
          <p:cNvGrpSpPr/>
          <p:nvPr/>
        </p:nvGrpSpPr>
        <p:grpSpPr>
          <a:xfrm>
            <a:off x="-580047" y="9794239"/>
            <a:ext cx="19489954" cy="1158047"/>
            <a:chOff x="0" y="-38100"/>
            <a:chExt cx="5133157" cy="305000"/>
          </a:xfrm>
        </p:grpSpPr>
        <p:sp>
          <p:nvSpPr>
            <p:cNvPr id="130" name="Google Shape;130;p5"/>
            <p:cNvSpPr/>
            <p:nvPr/>
          </p:nvSpPr>
          <p:spPr>
            <a:xfrm>
              <a:off x="0" y="0"/>
              <a:ext cx="5133157" cy="266900"/>
            </a:xfrm>
            <a:custGeom>
              <a:avLst/>
              <a:gdLst/>
              <a:ahLst/>
              <a:cxnLst/>
              <a:rect l="l" t="t" r="r" b="b"/>
              <a:pathLst>
                <a:path w="5133157" h="266900" extrusionOk="0">
                  <a:moveTo>
                    <a:pt x="0" y="0"/>
                  </a:moveTo>
                  <a:lnTo>
                    <a:pt x="5133157" y="0"/>
                  </a:lnTo>
                  <a:lnTo>
                    <a:pt x="5133157" y="266900"/>
                  </a:lnTo>
                  <a:lnTo>
                    <a:pt x="0" y="266900"/>
                  </a:lnTo>
                  <a:close/>
                </a:path>
              </a:pathLst>
            </a:custGeom>
            <a:solidFill>
              <a:srgbClr val="790A0A"/>
            </a:solidFill>
            <a:ln>
              <a:noFill/>
            </a:ln>
          </p:spPr>
        </p:sp>
        <p:sp>
          <p:nvSpPr>
            <p:cNvPr id="131" name="Google Shape;131;p5"/>
            <p:cNvSpPr txBox="1"/>
            <p:nvPr/>
          </p:nvSpPr>
          <p:spPr>
            <a:xfrm>
              <a:off x="0" y="-38100"/>
              <a:ext cx="5133157" cy="305000"/>
            </a:xfrm>
            <a:prstGeom prst="rect">
              <a:avLst/>
            </a:prstGeom>
            <a:noFill/>
            <a:ln>
              <a:noFill/>
            </a:ln>
          </p:spPr>
          <p:txBody>
            <a:bodyPr spcFirstLastPara="1" wrap="square" lIns="50800" tIns="50800" rIns="50800" bIns="50800" anchor="ctr" anchorCtr="0">
              <a:noAutofit/>
            </a:bodyPr>
            <a:lstStyle/>
            <a:p>
              <a:pPr marL="0" marR="0" lvl="0" indent="0" algn="ctr" rtl="0">
                <a:lnSpc>
                  <a:spcPct val="147722"/>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grpSp>
      <p:cxnSp>
        <p:nvCxnSpPr>
          <p:cNvPr id="132" name="Google Shape;132;p5"/>
          <p:cNvCxnSpPr/>
          <p:nvPr/>
        </p:nvCxnSpPr>
        <p:spPr>
          <a:xfrm rot="5400000">
            <a:off x="3297077" y="514679"/>
            <a:ext cx="2231942" cy="0"/>
          </a:xfrm>
          <a:prstGeom prst="straightConnector1">
            <a:avLst/>
          </a:prstGeom>
          <a:noFill/>
          <a:ln w="19050" cap="flat" cmpd="sng">
            <a:solidFill>
              <a:srgbClr val="FFFFFF"/>
            </a:solidFill>
            <a:prstDash val="solid"/>
            <a:round/>
            <a:headEnd type="none" w="sm" len="sm"/>
            <a:tailEnd type="none" w="sm" len="sm"/>
          </a:ln>
        </p:spPr>
      </p:cxnSp>
      <p:cxnSp>
        <p:nvCxnSpPr>
          <p:cNvPr id="133" name="Google Shape;133;p5"/>
          <p:cNvCxnSpPr/>
          <p:nvPr/>
        </p:nvCxnSpPr>
        <p:spPr>
          <a:xfrm rot="10800000">
            <a:off x="-670310" y="1621125"/>
            <a:ext cx="19670481" cy="0"/>
          </a:xfrm>
          <a:prstGeom prst="straightConnector1">
            <a:avLst/>
          </a:prstGeom>
          <a:noFill/>
          <a:ln w="19050" cap="flat" cmpd="sng">
            <a:solidFill>
              <a:srgbClr val="000000"/>
            </a:solidFill>
            <a:prstDash val="solid"/>
            <a:round/>
            <a:headEnd type="none" w="sm" len="sm"/>
            <a:tailEnd type="none" w="sm" len="sm"/>
          </a:ln>
        </p:spPr>
      </p:cxnSp>
      <p:sp>
        <p:nvSpPr>
          <p:cNvPr id="134" name="Google Shape;134;p5"/>
          <p:cNvSpPr/>
          <p:nvPr/>
        </p:nvSpPr>
        <p:spPr>
          <a:xfrm>
            <a:off x="17259309" y="533718"/>
            <a:ext cx="546702" cy="546702"/>
          </a:xfrm>
          <a:custGeom>
            <a:avLst/>
            <a:gdLst/>
            <a:ahLst/>
            <a:cxnLst/>
            <a:rect l="l" t="t" r="r" b="b"/>
            <a:pathLst>
              <a:path w="546702" h="546702" extrusionOk="0">
                <a:moveTo>
                  <a:pt x="0" y="0"/>
                </a:moveTo>
                <a:lnTo>
                  <a:pt x="546702" y="0"/>
                </a:lnTo>
                <a:lnTo>
                  <a:pt x="546702" y="546702"/>
                </a:lnTo>
                <a:lnTo>
                  <a:pt x="0" y="546702"/>
                </a:lnTo>
                <a:lnTo>
                  <a:pt x="0" y="0"/>
                </a:lnTo>
                <a:close/>
              </a:path>
            </a:pathLst>
          </a:custGeom>
          <a:blipFill rotWithShape="1">
            <a:blip r:embed="rId3">
              <a:alphaModFix/>
            </a:blip>
            <a:stretch>
              <a:fillRect/>
            </a:stretch>
          </a:blipFill>
          <a:ln>
            <a:noFill/>
          </a:ln>
        </p:spPr>
      </p:sp>
      <p:sp>
        <p:nvSpPr>
          <p:cNvPr id="135" name="Google Shape;135;p5"/>
          <p:cNvSpPr txBox="1"/>
          <p:nvPr/>
        </p:nvSpPr>
        <p:spPr>
          <a:xfrm>
            <a:off x="843686" y="1825071"/>
            <a:ext cx="8958923" cy="946785"/>
          </a:xfrm>
          <a:prstGeom prst="rect">
            <a:avLst/>
          </a:prstGeom>
          <a:noFill/>
          <a:ln>
            <a:noFill/>
          </a:ln>
        </p:spPr>
        <p:txBody>
          <a:bodyPr spcFirstLastPara="1" wrap="square" lIns="0" tIns="0" rIns="0" bIns="0" anchor="t" anchorCtr="0">
            <a:spAutoFit/>
          </a:bodyPr>
          <a:lstStyle/>
          <a:p>
            <a:pPr marL="0" marR="0" lvl="0" indent="0" algn="l" rtl="0">
              <a:lnSpc>
                <a:spcPct val="127000"/>
              </a:lnSpc>
              <a:spcBef>
                <a:spcPts val="0"/>
              </a:spcBef>
              <a:spcAft>
                <a:spcPts val="0"/>
              </a:spcAft>
              <a:buClr>
                <a:srgbClr val="000000"/>
              </a:buClr>
              <a:buSzPts val="6000"/>
              <a:buFont typeface="Arial"/>
              <a:buNone/>
            </a:pPr>
            <a:r>
              <a:rPr lang="en-US" sz="6000" b="0" i="0" u="none" strike="noStrike" cap="none" dirty="0">
                <a:solidFill>
                  <a:srgbClr val="000000"/>
                </a:solidFill>
                <a:latin typeface="Prompt Black"/>
                <a:ea typeface="Prompt Black"/>
                <a:cs typeface="Prompt Black"/>
                <a:sym typeface="Prompt Black"/>
              </a:rPr>
              <a:t>SUPPORT LITERATURE</a:t>
            </a:r>
            <a:endParaRPr sz="1400" b="0" i="0" u="none" strike="noStrike" cap="none" dirty="0">
              <a:solidFill>
                <a:srgbClr val="000000"/>
              </a:solidFill>
              <a:latin typeface="Arial"/>
              <a:ea typeface="Arial"/>
              <a:cs typeface="Arial"/>
              <a:sym typeface="Arial"/>
            </a:endParaRPr>
          </a:p>
        </p:txBody>
      </p:sp>
      <p:sp>
        <p:nvSpPr>
          <p:cNvPr id="136" name="Google Shape;136;p5"/>
          <p:cNvSpPr txBox="1"/>
          <p:nvPr/>
        </p:nvSpPr>
        <p:spPr>
          <a:xfrm>
            <a:off x="843695" y="2916517"/>
            <a:ext cx="16415614" cy="6980372"/>
          </a:xfrm>
          <a:prstGeom prst="rect">
            <a:avLst/>
          </a:prstGeom>
          <a:noFill/>
          <a:ln>
            <a:noFill/>
          </a:ln>
        </p:spPr>
        <p:txBody>
          <a:bodyPr spcFirstLastPara="1" wrap="square" lIns="0" tIns="0" rIns="0" bIns="0" anchor="t" anchorCtr="0">
            <a:spAutoFit/>
          </a:bodyPr>
          <a:lstStyle/>
          <a:p>
            <a:pPr marL="0" marR="0" lvl="0" indent="0" algn="just" rtl="0">
              <a:lnSpc>
                <a:spcPct val="140009"/>
              </a:lnSpc>
              <a:spcBef>
                <a:spcPts val="0"/>
              </a:spcBef>
              <a:spcAft>
                <a:spcPts val="0"/>
              </a:spcAft>
              <a:buClr>
                <a:srgbClr val="000000"/>
              </a:buClr>
              <a:buSzPts val="4399"/>
              <a:buFont typeface="Arial"/>
              <a:buNone/>
            </a:pPr>
            <a:r>
              <a:rPr lang="en-US" sz="3600" dirty="0">
                <a:latin typeface="Nunito Sans ExtraLight" pitchFamily="2" charset="0"/>
              </a:rPr>
              <a:t>Dorado (2019) explored how Filipino librarians in academic and public libraries view and adapt to technological innovations like RFID and QR code systems. The study found that most librarians have a positive attitude toward adopting new technologies and are willing to learn tools that improve efficiency and user experience. However, the rate of adoption differs among institutions due to disparities in resources, training, and infrastructure. The research also highlighted a digital divide, showing that while librarians are open to innovation, limited funding and technological support hinder full implementation of modern, technology-based library management systems in the Philippines.</a:t>
            </a:r>
            <a:endParaRPr sz="3600" b="0" i="0" u="none" strike="noStrike" cap="none" dirty="0">
              <a:solidFill>
                <a:srgbClr val="000000"/>
              </a:solidFill>
              <a:latin typeface="Nunito Sans ExtraLight" pitchFamily="2" charset="0"/>
              <a:sym typeface="Arial"/>
            </a:endParaRPr>
          </a:p>
        </p:txBody>
      </p:sp>
      <p:sp>
        <p:nvSpPr>
          <p:cNvPr id="137" name="Google Shape;137;p5"/>
          <p:cNvSpPr txBox="1"/>
          <p:nvPr/>
        </p:nvSpPr>
        <p:spPr>
          <a:xfrm>
            <a:off x="666750" y="475979"/>
            <a:ext cx="3117648" cy="605028"/>
          </a:xfrm>
          <a:prstGeom prst="rect">
            <a:avLst/>
          </a:prstGeom>
          <a:noFill/>
          <a:ln>
            <a:noFill/>
          </a:ln>
        </p:spPr>
        <p:txBody>
          <a:bodyPr spcFirstLastPara="1" wrap="square" lIns="0" tIns="0" rIns="0" bIns="0" anchor="t" anchorCtr="0">
            <a:spAutoFit/>
          </a:bodyPr>
          <a:lstStyle/>
          <a:p>
            <a:pPr marL="0" marR="0" lvl="0" indent="0" algn="l" rtl="0">
              <a:lnSpc>
                <a:spcPct val="140039"/>
              </a:lnSpc>
              <a:spcBef>
                <a:spcPts val="0"/>
              </a:spcBef>
              <a:spcAft>
                <a:spcPts val="0"/>
              </a:spcAft>
              <a:buClr>
                <a:srgbClr val="000000"/>
              </a:buClr>
              <a:buSzPts val="3554"/>
              <a:buFont typeface="Arial"/>
              <a:buNone/>
            </a:pPr>
            <a:r>
              <a:rPr lang="en-US" sz="3554" b="1" i="0" u="none" strike="noStrike" cap="none">
                <a:solidFill>
                  <a:srgbClr val="FFFFFF"/>
                </a:solidFill>
                <a:latin typeface="Nunito Sans"/>
                <a:ea typeface="Nunito Sans"/>
                <a:cs typeface="Nunito Sans"/>
                <a:sym typeface="Nunito Sans"/>
              </a:rPr>
              <a:t>Cecilian Portal</a:t>
            </a:r>
            <a:endParaRPr sz="1400" b="0" i="0" u="none" strike="noStrike" cap="none">
              <a:solidFill>
                <a:srgbClr val="000000"/>
              </a:solidFill>
              <a:latin typeface="Arial"/>
              <a:ea typeface="Arial"/>
              <a:cs typeface="Arial"/>
              <a:sym typeface="Arial"/>
            </a:endParaRPr>
          </a:p>
        </p:txBody>
      </p:sp>
      <p:sp>
        <p:nvSpPr>
          <p:cNvPr id="138" name="Google Shape;138;p5"/>
          <p:cNvSpPr txBox="1"/>
          <p:nvPr/>
        </p:nvSpPr>
        <p:spPr>
          <a:xfrm>
            <a:off x="11380120" y="594280"/>
            <a:ext cx="2443433" cy="406527"/>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Clr>
                <a:srgbClr val="000000"/>
              </a:buClr>
              <a:buSzPts val="2370"/>
              <a:buFont typeface="Arial"/>
              <a:buNone/>
            </a:pPr>
            <a:r>
              <a:rPr lang="en-US" sz="2370" b="0" i="0" u="none" strike="noStrike" cap="none">
                <a:solidFill>
                  <a:srgbClr val="FFFFFF"/>
                </a:solidFill>
                <a:latin typeface="Nunito Sans ExtraLight"/>
                <a:ea typeface="Nunito Sans ExtraLight"/>
                <a:cs typeface="Nunito Sans ExtraLight"/>
                <a:sym typeface="Nunito Sans ExtraLight"/>
              </a:rPr>
              <a:t>System Design</a:t>
            </a:r>
            <a:endParaRPr sz="1400" b="0" i="0" u="none" strike="noStrike" cap="none">
              <a:solidFill>
                <a:srgbClr val="000000"/>
              </a:solidFill>
              <a:latin typeface="Arial"/>
              <a:ea typeface="Arial"/>
              <a:cs typeface="Arial"/>
              <a:sym typeface="Arial"/>
            </a:endParaRPr>
          </a:p>
        </p:txBody>
      </p:sp>
      <p:sp>
        <p:nvSpPr>
          <p:cNvPr id="139" name="Google Shape;139;p5"/>
          <p:cNvSpPr txBox="1"/>
          <p:nvPr/>
        </p:nvSpPr>
        <p:spPr>
          <a:xfrm>
            <a:off x="9235533" y="584755"/>
            <a:ext cx="1737007" cy="406527"/>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Clr>
                <a:srgbClr val="000000"/>
              </a:buClr>
              <a:buSzPts val="2370"/>
              <a:buFont typeface="Arial"/>
              <a:buNone/>
            </a:pPr>
            <a:r>
              <a:rPr lang="en-US" sz="2370" b="0" i="0" u="none" strike="noStrike" cap="none">
                <a:solidFill>
                  <a:srgbClr val="FFFFFF"/>
                </a:solidFill>
                <a:latin typeface="Nunito Sans ExtraLight"/>
                <a:ea typeface="Nunito Sans ExtraLight"/>
                <a:cs typeface="Nunito Sans ExtraLight"/>
                <a:sym typeface="Nunito Sans ExtraLight"/>
              </a:rPr>
              <a:t>Methodology</a:t>
            </a:r>
            <a:endParaRPr sz="1400" b="0" i="0" u="none" strike="noStrike" cap="none">
              <a:solidFill>
                <a:srgbClr val="000000"/>
              </a:solidFill>
              <a:latin typeface="Arial"/>
              <a:ea typeface="Arial"/>
              <a:cs typeface="Arial"/>
              <a:sym typeface="Arial"/>
            </a:endParaRPr>
          </a:p>
        </p:txBody>
      </p:sp>
      <p:sp>
        <p:nvSpPr>
          <p:cNvPr id="140" name="Google Shape;140;p5"/>
          <p:cNvSpPr txBox="1"/>
          <p:nvPr/>
        </p:nvSpPr>
        <p:spPr>
          <a:xfrm>
            <a:off x="4896349" y="584755"/>
            <a:ext cx="1984659" cy="406527"/>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Clr>
                <a:srgbClr val="000000"/>
              </a:buClr>
              <a:buSzPts val="2370"/>
              <a:buFont typeface="Arial"/>
              <a:buNone/>
            </a:pPr>
            <a:r>
              <a:rPr lang="en-US" sz="2370" b="0" i="0" u="none" strike="noStrike" cap="none">
                <a:solidFill>
                  <a:srgbClr val="FFFFFF"/>
                </a:solidFill>
                <a:latin typeface="Nunito Sans ExtraLight"/>
                <a:ea typeface="Nunito Sans ExtraLight"/>
                <a:cs typeface="Nunito Sans ExtraLight"/>
                <a:sym typeface="Nunito Sans ExtraLight"/>
              </a:rPr>
              <a:t>Introduction</a:t>
            </a:r>
            <a:endParaRPr sz="1400" b="0" i="0" u="none" strike="noStrike" cap="none">
              <a:solidFill>
                <a:srgbClr val="000000"/>
              </a:solidFill>
              <a:latin typeface="Arial"/>
              <a:ea typeface="Arial"/>
              <a:cs typeface="Arial"/>
              <a:sym typeface="Arial"/>
            </a:endParaRPr>
          </a:p>
        </p:txBody>
      </p:sp>
      <p:sp>
        <p:nvSpPr>
          <p:cNvPr id="141" name="Google Shape;141;p5"/>
          <p:cNvSpPr txBox="1"/>
          <p:nvPr/>
        </p:nvSpPr>
        <p:spPr>
          <a:xfrm>
            <a:off x="14098165" y="603805"/>
            <a:ext cx="2748483" cy="406527"/>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Clr>
                <a:srgbClr val="000000"/>
              </a:buClr>
              <a:buSzPts val="2370"/>
              <a:buFont typeface="Arial"/>
              <a:buNone/>
            </a:pPr>
            <a:r>
              <a:rPr lang="en-US" sz="2370" b="0" i="0" u="none" strike="noStrike" cap="none">
                <a:solidFill>
                  <a:srgbClr val="FFFFFF"/>
                </a:solidFill>
                <a:latin typeface="Nunito Sans ExtraLight"/>
                <a:ea typeface="Nunito Sans ExtraLight"/>
                <a:cs typeface="Nunito Sans ExtraLight"/>
                <a:sym typeface="Nunito Sans ExtraLight"/>
              </a:rPr>
              <a:t>Evaluating &amp; Testing</a:t>
            </a:r>
            <a:endParaRPr sz="1400" b="0" i="0" u="none" strike="noStrike" cap="none">
              <a:solidFill>
                <a:srgbClr val="000000"/>
              </a:solidFill>
              <a:latin typeface="Arial"/>
              <a:ea typeface="Arial"/>
              <a:cs typeface="Arial"/>
              <a:sym typeface="Arial"/>
            </a:endParaRPr>
          </a:p>
        </p:txBody>
      </p:sp>
      <p:sp>
        <p:nvSpPr>
          <p:cNvPr id="142" name="Google Shape;142;p5"/>
          <p:cNvSpPr txBox="1"/>
          <p:nvPr/>
        </p:nvSpPr>
        <p:spPr>
          <a:xfrm>
            <a:off x="7176992" y="584755"/>
            <a:ext cx="1641437" cy="423193"/>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Clr>
                <a:srgbClr val="000000"/>
              </a:buClr>
              <a:buSzPts val="2370"/>
              <a:buFont typeface="Arial"/>
              <a:buNone/>
            </a:pPr>
            <a:r>
              <a:rPr lang="en-US" sz="2370" b="0" i="0" u="none" strike="noStrike" cap="none">
                <a:solidFill>
                  <a:srgbClr val="FFFFFF"/>
                </a:solidFill>
                <a:latin typeface="Nunito Sans ExtraLight"/>
                <a:ea typeface="Nunito Sans ExtraLight"/>
                <a:cs typeface="Nunito Sans ExtraLight"/>
                <a:sym typeface="Nunito Sans ExtraLight"/>
              </a:rPr>
              <a:t>Literatures</a:t>
            </a:r>
            <a:endParaRPr sz="2370" b="0" i="0" u="none" strike="noStrike" cap="none">
              <a:solidFill>
                <a:srgbClr val="FFFFFF"/>
              </a:solidFill>
              <a:latin typeface="Nunito Sans ExtraLight"/>
              <a:ea typeface="Nunito Sans ExtraLight"/>
              <a:cs typeface="Nunito Sans ExtraLight"/>
              <a:sym typeface="Nunito Sans ExtraLight"/>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4"/>
        <p:cNvGrpSpPr/>
        <p:nvPr/>
      </p:nvGrpSpPr>
      <p:grpSpPr>
        <a:xfrm>
          <a:off x="0" y="0"/>
          <a:ext cx="0" cy="0"/>
          <a:chOff x="0" y="0"/>
          <a:chExt cx="0" cy="0"/>
        </a:xfrm>
      </p:grpSpPr>
      <p:grpSp>
        <p:nvGrpSpPr>
          <p:cNvPr id="105" name="Google Shape;105;p4"/>
          <p:cNvGrpSpPr/>
          <p:nvPr/>
        </p:nvGrpSpPr>
        <p:grpSpPr>
          <a:xfrm>
            <a:off x="-670310" y="-736428"/>
            <a:ext cx="19670481" cy="2376603"/>
            <a:chOff x="0" y="-38100"/>
            <a:chExt cx="5180703" cy="625937"/>
          </a:xfrm>
        </p:grpSpPr>
        <p:sp>
          <p:nvSpPr>
            <p:cNvPr id="106" name="Google Shape;106;p4"/>
            <p:cNvSpPr/>
            <p:nvPr/>
          </p:nvSpPr>
          <p:spPr>
            <a:xfrm>
              <a:off x="0" y="0"/>
              <a:ext cx="5180703" cy="587837"/>
            </a:xfrm>
            <a:custGeom>
              <a:avLst/>
              <a:gdLst/>
              <a:ahLst/>
              <a:cxnLst/>
              <a:rect l="l" t="t" r="r" b="b"/>
              <a:pathLst>
                <a:path w="5180703" h="587837" extrusionOk="0">
                  <a:moveTo>
                    <a:pt x="0" y="0"/>
                  </a:moveTo>
                  <a:lnTo>
                    <a:pt x="5180703" y="0"/>
                  </a:lnTo>
                  <a:lnTo>
                    <a:pt x="5180703" y="587837"/>
                  </a:lnTo>
                  <a:lnTo>
                    <a:pt x="0" y="587837"/>
                  </a:lnTo>
                  <a:close/>
                </a:path>
              </a:pathLst>
            </a:custGeom>
            <a:solidFill>
              <a:srgbClr val="790A0A"/>
            </a:solidFill>
            <a:ln>
              <a:noFill/>
            </a:ln>
          </p:spPr>
        </p:sp>
        <p:sp>
          <p:nvSpPr>
            <p:cNvPr id="107" name="Google Shape;107;p4"/>
            <p:cNvSpPr txBox="1"/>
            <p:nvPr/>
          </p:nvSpPr>
          <p:spPr>
            <a:xfrm>
              <a:off x="0" y="-38100"/>
              <a:ext cx="5180703" cy="625937"/>
            </a:xfrm>
            <a:prstGeom prst="rect">
              <a:avLst/>
            </a:prstGeom>
            <a:noFill/>
            <a:ln>
              <a:noFill/>
            </a:ln>
          </p:spPr>
          <p:txBody>
            <a:bodyPr spcFirstLastPara="1" wrap="square" lIns="50800" tIns="50800" rIns="50800" bIns="50800" anchor="ctr" anchorCtr="0">
              <a:noAutofit/>
            </a:bodyPr>
            <a:lstStyle/>
            <a:p>
              <a:pPr marL="0" marR="0" lvl="0" indent="0" algn="ctr" rtl="0">
                <a:lnSpc>
                  <a:spcPct val="147722"/>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grpSp>
      <p:grpSp>
        <p:nvGrpSpPr>
          <p:cNvPr id="108" name="Google Shape;108;p4"/>
          <p:cNvGrpSpPr/>
          <p:nvPr/>
        </p:nvGrpSpPr>
        <p:grpSpPr>
          <a:xfrm>
            <a:off x="-580047" y="9794239"/>
            <a:ext cx="19489954" cy="1158047"/>
            <a:chOff x="0" y="-38100"/>
            <a:chExt cx="5133157" cy="305000"/>
          </a:xfrm>
        </p:grpSpPr>
        <p:sp>
          <p:nvSpPr>
            <p:cNvPr id="109" name="Google Shape;109;p4"/>
            <p:cNvSpPr/>
            <p:nvPr/>
          </p:nvSpPr>
          <p:spPr>
            <a:xfrm>
              <a:off x="0" y="0"/>
              <a:ext cx="5133157" cy="266900"/>
            </a:xfrm>
            <a:custGeom>
              <a:avLst/>
              <a:gdLst/>
              <a:ahLst/>
              <a:cxnLst/>
              <a:rect l="l" t="t" r="r" b="b"/>
              <a:pathLst>
                <a:path w="5133157" h="266900" extrusionOk="0">
                  <a:moveTo>
                    <a:pt x="0" y="0"/>
                  </a:moveTo>
                  <a:lnTo>
                    <a:pt x="5133157" y="0"/>
                  </a:lnTo>
                  <a:lnTo>
                    <a:pt x="5133157" y="266900"/>
                  </a:lnTo>
                  <a:lnTo>
                    <a:pt x="0" y="266900"/>
                  </a:lnTo>
                  <a:close/>
                </a:path>
              </a:pathLst>
            </a:custGeom>
            <a:solidFill>
              <a:srgbClr val="790A0A"/>
            </a:solidFill>
            <a:ln>
              <a:noFill/>
            </a:ln>
          </p:spPr>
        </p:sp>
        <p:sp>
          <p:nvSpPr>
            <p:cNvPr id="110" name="Google Shape;110;p4"/>
            <p:cNvSpPr txBox="1"/>
            <p:nvPr/>
          </p:nvSpPr>
          <p:spPr>
            <a:xfrm>
              <a:off x="0" y="-38100"/>
              <a:ext cx="5133157" cy="305000"/>
            </a:xfrm>
            <a:prstGeom prst="rect">
              <a:avLst/>
            </a:prstGeom>
            <a:noFill/>
            <a:ln>
              <a:noFill/>
            </a:ln>
          </p:spPr>
          <p:txBody>
            <a:bodyPr spcFirstLastPara="1" wrap="square" lIns="50800" tIns="50800" rIns="50800" bIns="50800" anchor="ctr" anchorCtr="0">
              <a:noAutofit/>
            </a:bodyPr>
            <a:lstStyle/>
            <a:p>
              <a:pPr marL="0" marR="0" lvl="0" indent="0" algn="ctr" rtl="0">
                <a:lnSpc>
                  <a:spcPct val="147722"/>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grpSp>
      <p:cxnSp>
        <p:nvCxnSpPr>
          <p:cNvPr id="111" name="Google Shape;111;p4"/>
          <p:cNvCxnSpPr/>
          <p:nvPr/>
        </p:nvCxnSpPr>
        <p:spPr>
          <a:xfrm rot="5400000">
            <a:off x="3297077" y="514679"/>
            <a:ext cx="2231942" cy="0"/>
          </a:xfrm>
          <a:prstGeom prst="straightConnector1">
            <a:avLst/>
          </a:prstGeom>
          <a:noFill/>
          <a:ln w="19050" cap="flat" cmpd="sng">
            <a:solidFill>
              <a:srgbClr val="FFFFFF"/>
            </a:solidFill>
            <a:prstDash val="solid"/>
            <a:round/>
            <a:headEnd type="none" w="sm" len="sm"/>
            <a:tailEnd type="none" w="sm" len="sm"/>
          </a:ln>
        </p:spPr>
      </p:cxnSp>
      <p:cxnSp>
        <p:nvCxnSpPr>
          <p:cNvPr id="112" name="Google Shape;112;p4"/>
          <p:cNvCxnSpPr/>
          <p:nvPr/>
        </p:nvCxnSpPr>
        <p:spPr>
          <a:xfrm rot="10800000">
            <a:off x="-670310" y="1621125"/>
            <a:ext cx="19670481" cy="0"/>
          </a:xfrm>
          <a:prstGeom prst="straightConnector1">
            <a:avLst/>
          </a:prstGeom>
          <a:noFill/>
          <a:ln w="19050" cap="flat" cmpd="sng">
            <a:solidFill>
              <a:srgbClr val="000000"/>
            </a:solidFill>
            <a:prstDash val="solid"/>
            <a:round/>
            <a:headEnd type="none" w="sm" len="sm"/>
            <a:tailEnd type="none" w="sm" len="sm"/>
          </a:ln>
        </p:spPr>
      </p:cxnSp>
      <p:sp>
        <p:nvSpPr>
          <p:cNvPr id="113" name="Google Shape;113;p4"/>
          <p:cNvSpPr txBox="1"/>
          <p:nvPr/>
        </p:nvSpPr>
        <p:spPr>
          <a:xfrm>
            <a:off x="843686" y="1649700"/>
            <a:ext cx="8958923" cy="946785"/>
          </a:xfrm>
          <a:prstGeom prst="rect">
            <a:avLst/>
          </a:prstGeom>
          <a:noFill/>
          <a:ln>
            <a:noFill/>
          </a:ln>
        </p:spPr>
        <p:txBody>
          <a:bodyPr spcFirstLastPara="1" wrap="square" lIns="0" tIns="0" rIns="0" bIns="0" anchor="t" anchorCtr="0">
            <a:spAutoFit/>
          </a:bodyPr>
          <a:lstStyle/>
          <a:p>
            <a:pPr marL="0" marR="0" lvl="0" indent="0" algn="l" rtl="0">
              <a:lnSpc>
                <a:spcPct val="127000"/>
              </a:lnSpc>
              <a:spcBef>
                <a:spcPts val="0"/>
              </a:spcBef>
              <a:spcAft>
                <a:spcPts val="0"/>
              </a:spcAft>
              <a:buClr>
                <a:srgbClr val="000000"/>
              </a:buClr>
              <a:buSzPts val="6000"/>
              <a:buFont typeface="Arial"/>
              <a:buNone/>
            </a:pPr>
            <a:r>
              <a:rPr lang="en-US" sz="6000" b="0" i="0" u="none" strike="noStrike" cap="none" dirty="0">
                <a:solidFill>
                  <a:srgbClr val="000000"/>
                </a:solidFill>
                <a:latin typeface="Prompt Black"/>
                <a:ea typeface="Prompt Black"/>
                <a:cs typeface="Prompt Black"/>
                <a:sym typeface="Prompt Black"/>
              </a:rPr>
              <a:t>SUPPORT LITERATURE</a:t>
            </a:r>
            <a:endParaRPr sz="1400" b="0" i="0" u="none" strike="noStrike" cap="none" dirty="0">
              <a:solidFill>
                <a:srgbClr val="000000"/>
              </a:solidFill>
              <a:latin typeface="Arial"/>
              <a:ea typeface="Arial"/>
              <a:cs typeface="Arial"/>
              <a:sym typeface="Arial"/>
            </a:endParaRPr>
          </a:p>
        </p:txBody>
      </p:sp>
      <p:sp>
        <p:nvSpPr>
          <p:cNvPr id="114" name="Google Shape;114;p4"/>
          <p:cNvSpPr txBox="1"/>
          <p:nvPr/>
        </p:nvSpPr>
        <p:spPr>
          <a:xfrm>
            <a:off x="843686" y="2765071"/>
            <a:ext cx="16415614" cy="6980372"/>
          </a:xfrm>
          <a:prstGeom prst="rect">
            <a:avLst/>
          </a:prstGeom>
          <a:noFill/>
          <a:ln>
            <a:noFill/>
          </a:ln>
        </p:spPr>
        <p:txBody>
          <a:bodyPr spcFirstLastPara="1" wrap="square" lIns="0" tIns="0" rIns="0" bIns="0" anchor="t" anchorCtr="0">
            <a:spAutoFit/>
          </a:bodyPr>
          <a:lstStyle/>
          <a:p>
            <a:pPr marL="0" marR="0" lvl="0" indent="0" algn="just" rtl="0">
              <a:lnSpc>
                <a:spcPct val="140009"/>
              </a:lnSpc>
              <a:spcBef>
                <a:spcPts val="0"/>
              </a:spcBef>
              <a:spcAft>
                <a:spcPts val="0"/>
              </a:spcAft>
              <a:buClr>
                <a:srgbClr val="000000"/>
              </a:buClr>
              <a:buSzPts val="4399"/>
              <a:buFont typeface="Arial"/>
              <a:buNone/>
            </a:pPr>
            <a:r>
              <a:rPr lang="en-US" sz="3600" dirty="0">
                <a:latin typeface="Nunito Sans ExtraLight" pitchFamily="2" charset="0"/>
              </a:rPr>
              <a:t>Reyes and Villanueva (2021) examined the use of RFID technology in Philippine university libraries and found that it significantly improves operational efficiency. The study reported that RFID reduces the time needed for book check-in and check-out, minimizes manual errors, and enhances tracking accuracy. It also concluded that RFID systems create a more organized and user-friendly library environment, allowing librarians to focus more on information services rather than manual cataloguing. Overall, the research emphasized that RFID adoption supports digital transformation in libraries and aligns with the broader modernization efforts of educational institutions.</a:t>
            </a:r>
            <a:endParaRPr sz="3600" b="0" i="0" u="none" strike="noStrike" cap="none" dirty="0">
              <a:solidFill>
                <a:srgbClr val="000000"/>
              </a:solidFill>
              <a:latin typeface="Nunito Sans ExtraLight" pitchFamily="2" charset="0"/>
              <a:sym typeface="Arial"/>
            </a:endParaRPr>
          </a:p>
        </p:txBody>
      </p:sp>
      <p:sp>
        <p:nvSpPr>
          <p:cNvPr id="115" name="Google Shape;115;p4"/>
          <p:cNvSpPr txBox="1"/>
          <p:nvPr/>
        </p:nvSpPr>
        <p:spPr>
          <a:xfrm>
            <a:off x="666750" y="475979"/>
            <a:ext cx="3117648" cy="605028"/>
          </a:xfrm>
          <a:prstGeom prst="rect">
            <a:avLst/>
          </a:prstGeom>
          <a:noFill/>
          <a:ln>
            <a:noFill/>
          </a:ln>
        </p:spPr>
        <p:txBody>
          <a:bodyPr spcFirstLastPara="1" wrap="square" lIns="0" tIns="0" rIns="0" bIns="0" anchor="t" anchorCtr="0">
            <a:spAutoFit/>
          </a:bodyPr>
          <a:lstStyle/>
          <a:p>
            <a:pPr marL="0" marR="0" lvl="0" indent="0" algn="l" rtl="0">
              <a:lnSpc>
                <a:spcPct val="140039"/>
              </a:lnSpc>
              <a:spcBef>
                <a:spcPts val="0"/>
              </a:spcBef>
              <a:spcAft>
                <a:spcPts val="0"/>
              </a:spcAft>
              <a:buClr>
                <a:srgbClr val="000000"/>
              </a:buClr>
              <a:buSzPts val="3554"/>
              <a:buFont typeface="Arial"/>
              <a:buNone/>
            </a:pPr>
            <a:r>
              <a:rPr lang="en-US" sz="3554" b="1" i="0" u="none" strike="noStrike" cap="none">
                <a:solidFill>
                  <a:srgbClr val="FFFFFF"/>
                </a:solidFill>
                <a:latin typeface="Nunito Sans"/>
                <a:ea typeface="Nunito Sans"/>
                <a:cs typeface="Nunito Sans"/>
                <a:sym typeface="Nunito Sans"/>
              </a:rPr>
              <a:t>Cecilian Portal</a:t>
            </a:r>
            <a:endParaRPr sz="1400" b="0" i="0" u="none" strike="noStrike" cap="none">
              <a:solidFill>
                <a:srgbClr val="000000"/>
              </a:solidFill>
              <a:latin typeface="Arial"/>
              <a:ea typeface="Arial"/>
              <a:cs typeface="Arial"/>
              <a:sym typeface="Arial"/>
            </a:endParaRPr>
          </a:p>
        </p:txBody>
      </p:sp>
      <p:sp>
        <p:nvSpPr>
          <p:cNvPr id="116" name="Google Shape;116;p4"/>
          <p:cNvSpPr/>
          <p:nvPr/>
        </p:nvSpPr>
        <p:spPr>
          <a:xfrm>
            <a:off x="17259300" y="542654"/>
            <a:ext cx="546702" cy="546702"/>
          </a:xfrm>
          <a:custGeom>
            <a:avLst/>
            <a:gdLst/>
            <a:ahLst/>
            <a:cxnLst/>
            <a:rect l="l" t="t" r="r" b="b"/>
            <a:pathLst>
              <a:path w="546702" h="546702" extrusionOk="0">
                <a:moveTo>
                  <a:pt x="0" y="0"/>
                </a:moveTo>
                <a:lnTo>
                  <a:pt x="546702" y="0"/>
                </a:lnTo>
                <a:lnTo>
                  <a:pt x="546702" y="546702"/>
                </a:lnTo>
                <a:lnTo>
                  <a:pt x="0" y="546702"/>
                </a:lnTo>
                <a:lnTo>
                  <a:pt x="0" y="0"/>
                </a:lnTo>
                <a:close/>
              </a:path>
            </a:pathLst>
          </a:custGeom>
          <a:blipFill rotWithShape="1">
            <a:blip r:embed="rId3">
              <a:alphaModFix/>
            </a:blip>
            <a:stretch>
              <a:fillRect/>
            </a:stretch>
          </a:blipFill>
          <a:ln>
            <a:noFill/>
          </a:ln>
        </p:spPr>
      </p:sp>
      <p:sp>
        <p:nvSpPr>
          <p:cNvPr id="117" name="Google Shape;117;p4"/>
          <p:cNvSpPr txBox="1"/>
          <p:nvPr/>
        </p:nvSpPr>
        <p:spPr>
          <a:xfrm>
            <a:off x="11380120" y="594280"/>
            <a:ext cx="2443433" cy="406527"/>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Clr>
                <a:srgbClr val="000000"/>
              </a:buClr>
              <a:buSzPts val="2370"/>
              <a:buFont typeface="Arial"/>
              <a:buNone/>
            </a:pPr>
            <a:r>
              <a:rPr lang="en-US" sz="2370" b="0" i="0" u="none" strike="noStrike" cap="none">
                <a:solidFill>
                  <a:srgbClr val="FFFFFF"/>
                </a:solidFill>
                <a:latin typeface="Nunito Sans ExtraLight"/>
                <a:ea typeface="Nunito Sans ExtraLight"/>
                <a:cs typeface="Nunito Sans ExtraLight"/>
                <a:sym typeface="Nunito Sans ExtraLight"/>
              </a:rPr>
              <a:t>System Design</a:t>
            </a:r>
            <a:endParaRPr sz="1400" b="0" i="0" u="none" strike="noStrike" cap="none">
              <a:solidFill>
                <a:srgbClr val="000000"/>
              </a:solidFill>
              <a:latin typeface="Arial"/>
              <a:ea typeface="Arial"/>
              <a:cs typeface="Arial"/>
              <a:sym typeface="Arial"/>
            </a:endParaRPr>
          </a:p>
        </p:txBody>
      </p:sp>
      <p:sp>
        <p:nvSpPr>
          <p:cNvPr id="118" name="Google Shape;118;p4"/>
          <p:cNvSpPr txBox="1"/>
          <p:nvPr/>
        </p:nvSpPr>
        <p:spPr>
          <a:xfrm>
            <a:off x="9235533" y="584755"/>
            <a:ext cx="1737007" cy="406527"/>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Clr>
                <a:srgbClr val="000000"/>
              </a:buClr>
              <a:buSzPts val="2370"/>
              <a:buFont typeface="Arial"/>
              <a:buNone/>
            </a:pPr>
            <a:r>
              <a:rPr lang="en-US" sz="2370" b="0" i="0" u="none" strike="noStrike" cap="none">
                <a:solidFill>
                  <a:srgbClr val="FFFFFF"/>
                </a:solidFill>
                <a:latin typeface="Nunito Sans ExtraLight"/>
                <a:ea typeface="Nunito Sans ExtraLight"/>
                <a:cs typeface="Nunito Sans ExtraLight"/>
                <a:sym typeface="Nunito Sans ExtraLight"/>
              </a:rPr>
              <a:t>Methodology</a:t>
            </a:r>
            <a:endParaRPr sz="1400" b="0" i="0" u="none" strike="noStrike" cap="none">
              <a:solidFill>
                <a:srgbClr val="000000"/>
              </a:solidFill>
              <a:latin typeface="Arial"/>
              <a:ea typeface="Arial"/>
              <a:cs typeface="Arial"/>
              <a:sym typeface="Arial"/>
            </a:endParaRPr>
          </a:p>
        </p:txBody>
      </p:sp>
      <p:sp>
        <p:nvSpPr>
          <p:cNvPr id="119" name="Google Shape;119;p4"/>
          <p:cNvSpPr txBox="1"/>
          <p:nvPr/>
        </p:nvSpPr>
        <p:spPr>
          <a:xfrm>
            <a:off x="4896349" y="584755"/>
            <a:ext cx="1984659" cy="406527"/>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Clr>
                <a:srgbClr val="000000"/>
              </a:buClr>
              <a:buSzPts val="2370"/>
              <a:buFont typeface="Arial"/>
              <a:buNone/>
            </a:pPr>
            <a:r>
              <a:rPr lang="en-US" sz="2370" b="0" i="0" u="none" strike="noStrike" cap="none">
                <a:solidFill>
                  <a:srgbClr val="FFFFFF"/>
                </a:solidFill>
                <a:latin typeface="Nunito Sans ExtraLight"/>
                <a:ea typeface="Nunito Sans ExtraLight"/>
                <a:cs typeface="Nunito Sans ExtraLight"/>
                <a:sym typeface="Nunito Sans ExtraLight"/>
              </a:rPr>
              <a:t>Introduction</a:t>
            </a:r>
            <a:endParaRPr sz="1400" b="0" i="0" u="none" strike="noStrike" cap="none">
              <a:solidFill>
                <a:srgbClr val="000000"/>
              </a:solidFill>
              <a:latin typeface="Arial"/>
              <a:ea typeface="Arial"/>
              <a:cs typeface="Arial"/>
              <a:sym typeface="Arial"/>
            </a:endParaRPr>
          </a:p>
        </p:txBody>
      </p:sp>
      <p:sp>
        <p:nvSpPr>
          <p:cNvPr id="120" name="Google Shape;120;p4"/>
          <p:cNvSpPr txBox="1"/>
          <p:nvPr/>
        </p:nvSpPr>
        <p:spPr>
          <a:xfrm>
            <a:off x="14098165" y="603805"/>
            <a:ext cx="2748483" cy="406527"/>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Clr>
                <a:srgbClr val="000000"/>
              </a:buClr>
              <a:buSzPts val="2370"/>
              <a:buFont typeface="Arial"/>
              <a:buNone/>
            </a:pPr>
            <a:r>
              <a:rPr lang="en-US" sz="2370" b="0" i="0" u="none" strike="noStrike" cap="none">
                <a:solidFill>
                  <a:srgbClr val="FFFFFF"/>
                </a:solidFill>
                <a:latin typeface="Nunito Sans ExtraLight"/>
                <a:ea typeface="Nunito Sans ExtraLight"/>
                <a:cs typeface="Nunito Sans ExtraLight"/>
                <a:sym typeface="Nunito Sans ExtraLight"/>
              </a:rPr>
              <a:t>Evaluating &amp; Testing</a:t>
            </a:r>
            <a:endParaRPr sz="1400" b="0" i="0" u="none" strike="noStrike" cap="none">
              <a:solidFill>
                <a:srgbClr val="000000"/>
              </a:solidFill>
              <a:latin typeface="Arial"/>
              <a:ea typeface="Arial"/>
              <a:cs typeface="Arial"/>
              <a:sym typeface="Arial"/>
            </a:endParaRPr>
          </a:p>
        </p:txBody>
      </p:sp>
      <p:sp>
        <p:nvSpPr>
          <p:cNvPr id="121" name="Google Shape;121;p4"/>
          <p:cNvSpPr txBox="1"/>
          <p:nvPr/>
        </p:nvSpPr>
        <p:spPr>
          <a:xfrm>
            <a:off x="7176992" y="584755"/>
            <a:ext cx="1641437" cy="423193"/>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Clr>
                <a:srgbClr val="000000"/>
              </a:buClr>
              <a:buSzPts val="2370"/>
              <a:buFont typeface="Arial"/>
              <a:buNone/>
            </a:pPr>
            <a:r>
              <a:rPr lang="en-US" sz="2370" b="0" i="0" u="none" strike="noStrike" cap="none">
                <a:solidFill>
                  <a:srgbClr val="FFFFFF"/>
                </a:solidFill>
                <a:latin typeface="Nunito Sans ExtraLight"/>
                <a:ea typeface="Nunito Sans ExtraLight"/>
                <a:cs typeface="Nunito Sans ExtraLight"/>
                <a:sym typeface="Nunito Sans ExtraLight"/>
              </a:rPr>
              <a:t>Literatures</a:t>
            </a:r>
            <a:endParaRPr sz="2370" b="0" i="0" u="none" strike="noStrike" cap="none">
              <a:solidFill>
                <a:srgbClr val="FFFFFF"/>
              </a:solidFill>
              <a:latin typeface="Nunito Sans ExtraLight"/>
              <a:ea typeface="Nunito Sans ExtraLight"/>
              <a:cs typeface="Nunito Sans ExtraLight"/>
              <a:sym typeface="Nunito Sans ExtraLight"/>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46"/>
        <p:cNvGrpSpPr/>
        <p:nvPr/>
      </p:nvGrpSpPr>
      <p:grpSpPr>
        <a:xfrm>
          <a:off x="0" y="0"/>
          <a:ext cx="0" cy="0"/>
          <a:chOff x="0" y="0"/>
          <a:chExt cx="0" cy="0"/>
        </a:xfrm>
      </p:grpSpPr>
      <p:grpSp>
        <p:nvGrpSpPr>
          <p:cNvPr id="147" name="Google Shape;147;p6"/>
          <p:cNvGrpSpPr/>
          <p:nvPr/>
        </p:nvGrpSpPr>
        <p:grpSpPr>
          <a:xfrm>
            <a:off x="-670310" y="-736428"/>
            <a:ext cx="19670481" cy="2376603"/>
            <a:chOff x="0" y="-38100"/>
            <a:chExt cx="5180703" cy="625937"/>
          </a:xfrm>
        </p:grpSpPr>
        <p:sp>
          <p:nvSpPr>
            <p:cNvPr id="148" name="Google Shape;148;p6"/>
            <p:cNvSpPr/>
            <p:nvPr/>
          </p:nvSpPr>
          <p:spPr>
            <a:xfrm>
              <a:off x="0" y="0"/>
              <a:ext cx="5180703" cy="587837"/>
            </a:xfrm>
            <a:custGeom>
              <a:avLst/>
              <a:gdLst/>
              <a:ahLst/>
              <a:cxnLst/>
              <a:rect l="l" t="t" r="r" b="b"/>
              <a:pathLst>
                <a:path w="5180703" h="587837" extrusionOk="0">
                  <a:moveTo>
                    <a:pt x="0" y="0"/>
                  </a:moveTo>
                  <a:lnTo>
                    <a:pt x="5180703" y="0"/>
                  </a:lnTo>
                  <a:lnTo>
                    <a:pt x="5180703" y="587837"/>
                  </a:lnTo>
                  <a:lnTo>
                    <a:pt x="0" y="587837"/>
                  </a:lnTo>
                  <a:close/>
                </a:path>
              </a:pathLst>
            </a:custGeom>
            <a:solidFill>
              <a:srgbClr val="790A0A"/>
            </a:solidFill>
            <a:ln>
              <a:noFill/>
            </a:ln>
          </p:spPr>
        </p:sp>
        <p:sp>
          <p:nvSpPr>
            <p:cNvPr id="149" name="Google Shape;149;p6"/>
            <p:cNvSpPr txBox="1"/>
            <p:nvPr/>
          </p:nvSpPr>
          <p:spPr>
            <a:xfrm>
              <a:off x="0" y="-38100"/>
              <a:ext cx="5180703" cy="625937"/>
            </a:xfrm>
            <a:prstGeom prst="rect">
              <a:avLst/>
            </a:prstGeom>
            <a:noFill/>
            <a:ln>
              <a:noFill/>
            </a:ln>
          </p:spPr>
          <p:txBody>
            <a:bodyPr spcFirstLastPara="1" wrap="square" lIns="50800" tIns="50800" rIns="50800" bIns="50800" anchor="ctr" anchorCtr="0">
              <a:noAutofit/>
            </a:bodyPr>
            <a:lstStyle/>
            <a:p>
              <a:pPr marL="0" marR="0" lvl="0" indent="0" algn="ctr" rtl="0">
                <a:lnSpc>
                  <a:spcPct val="147722"/>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grpSp>
      <p:grpSp>
        <p:nvGrpSpPr>
          <p:cNvPr id="150" name="Google Shape;150;p6"/>
          <p:cNvGrpSpPr/>
          <p:nvPr/>
        </p:nvGrpSpPr>
        <p:grpSpPr>
          <a:xfrm>
            <a:off x="-580047" y="9794239"/>
            <a:ext cx="19489954" cy="1158047"/>
            <a:chOff x="0" y="-38100"/>
            <a:chExt cx="5133157" cy="305000"/>
          </a:xfrm>
        </p:grpSpPr>
        <p:sp>
          <p:nvSpPr>
            <p:cNvPr id="151" name="Google Shape;151;p6"/>
            <p:cNvSpPr/>
            <p:nvPr/>
          </p:nvSpPr>
          <p:spPr>
            <a:xfrm>
              <a:off x="0" y="0"/>
              <a:ext cx="5133157" cy="266900"/>
            </a:xfrm>
            <a:custGeom>
              <a:avLst/>
              <a:gdLst/>
              <a:ahLst/>
              <a:cxnLst/>
              <a:rect l="l" t="t" r="r" b="b"/>
              <a:pathLst>
                <a:path w="5133157" h="266900" extrusionOk="0">
                  <a:moveTo>
                    <a:pt x="0" y="0"/>
                  </a:moveTo>
                  <a:lnTo>
                    <a:pt x="5133157" y="0"/>
                  </a:lnTo>
                  <a:lnTo>
                    <a:pt x="5133157" y="266900"/>
                  </a:lnTo>
                  <a:lnTo>
                    <a:pt x="0" y="266900"/>
                  </a:lnTo>
                  <a:close/>
                </a:path>
              </a:pathLst>
            </a:custGeom>
            <a:solidFill>
              <a:srgbClr val="790A0A"/>
            </a:solidFill>
            <a:ln>
              <a:noFill/>
            </a:ln>
          </p:spPr>
        </p:sp>
        <p:sp>
          <p:nvSpPr>
            <p:cNvPr id="152" name="Google Shape;152;p6"/>
            <p:cNvSpPr txBox="1"/>
            <p:nvPr/>
          </p:nvSpPr>
          <p:spPr>
            <a:xfrm>
              <a:off x="0" y="-38100"/>
              <a:ext cx="5133157" cy="305000"/>
            </a:xfrm>
            <a:prstGeom prst="rect">
              <a:avLst/>
            </a:prstGeom>
            <a:noFill/>
            <a:ln>
              <a:noFill/>
            </a:ln>
          </p:spPr>
          <p:txBody>
            <a:bodyPr spcFirstLastPara="1" wrap="square" lIns="50800" tIns="50800" rIns="50800" bIns="50800" anchor="ctr" anchorCtr="0">
              <a:noAutofit/>
            </a:bodyPr>
            <a:lstStyle/>
            <a:p>
              <a:pPr marL="0" marR="0" lvl="0" indent="0" algn="ctr" rtl="0">
                <a:lnSpc>
                  <a:spcPct val="147722"/>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grpSp>
      <p:cxnSp>
        <p:nvCxnSpPr>
          <p:cNvPr id="153" name="Google Shape;153;p6"/>
          <p:cNvCxnSpPr/>
          <p:nvPr/>
        </p:nvCxnSpPr>
        <p:spPr>
          <a:xfrm rot="5400000">
            <a:off x="3297077" y="514679"/>
            <a:ext cx="2231942" cy="0"/>
          </a:xfrm>
          <a:prstGeom prst="straightConnector1">
            <a:avLst/>
          </a:prstGeom>
          <a:noFill/>
          <a:ln w="19050" cap="flat" cmpd="sng">
            <a:solidFill>
              <a:srgbClr val="FFFFFF"/>
            </a:solidFill>
            <a:prstDash val="solid"/>
            <a:round/>
            <a:headEnd type="none" w="sm" len="sm"/>
            <a:tailEnd type="none" w="sm" len="sm"/>
          </a:ln>
        </p:spPr>
      </p:cxnSp>
      <p:cxnSp>
        <p:nvCxnSpPr>
          <p:cNvPr id="154" name="Google Shape;154;p6"/>
          <p:cNvCxnSpPr/>
          <p:nvPr/>
        </p:nvCxnSpPr>
        <p:spPr>
          <a:xfrm rot="10800000">
            <a:off x="-670310" y="1621125"/>
            <a:ext cx="19670481" cy="0"/>
          </a:xfrm>
          <a:prstGeom prst="straightConnector1">
            <a:avLst/>
          </a:prstGeom>
          <a:noFill/>
          <a:ln w="19050" cap="flat" cmpd="sng">
            <a:solidFill>
              <a:srgbClr val="000000"/>
            </a:solidFill>
            <a:prstDash val="solid"/>
            <a:round/>
            <a:headEnd type="none" w="sm" len="sm"/>
            <a:tailEnd type="none" w="sm" len="sm"/>
          </a:ln>
        </p:spPr>
      </p:cxnSp>
      <p:sp>
        <p:nvSpPr>
          <p:cNvPr id="155" name="Google Shape;155;p6"/>
          <p:cNvSpPr txBox="1"/>
          <p:nvPr/>
        </p:nvSpPr>
        <p:spPr>
          <a:xfrm>
            <a:off x="843686" y="2246187"/>
            <a:ext cx="11068215" cy="1908810"/>
          </a:xfrm>
          <a:prstGeom prst="rect">
            <a:avLst/>
          </a:prstGeom>
          <a:noFill/>
          <a:ln>
            <a:noFill/>
          </a:ln>
        </p:spPr>
        <p:txBody>
          <a:bodyPr spcFirstLastPara="1" wrap="square" lIns="0" tIns="0" rIns="0" bIns="0" anchor="t" anchorCtr="0">
            <a:spAutoFit/>
          </a:bodyPr>
          <a:lstStyle/>
          <a:p>
            <a:pPr marL="0" marR="0" lvl="0" indent="0" algn="l" rtl="0">
              <a:lnSpc>
                <a:spcPct val="127000"/>
              </a:lnSpc>
              <a:spcBef>
                <a:spcPts val="0"/>
              </a:spcBef>
              <a:spcAft>
                <a:spcPts val="0"/>
              </a:spcAft>
              <a:buClr>
                <a:srgbClr val="000000"/>
              </a:buClr>
              <a:buSzPts val="6000"/>
              <a:buFont typeface="Arial"/>
              <a:buNone/>
            </a:pPr>
            <a:r>
              <a:rPr lang="en-US" sz="6000" b="0" i="0" u="none" strike="noStrike" cap="none">
                <a:solidFill>
                  <a:srgbClr val="000000"/>
                </a:solidFill>
                <a:latin typeface="Prompt Black"/>
                <a:ea typeface="Prompt Black"/>
                <a:cs typeface="Prompt Black"/>
                <a:sym typeface="Prompt Black"/>
              </a:rPr>
              <a:t>SIGNIFICANCE OF THE STUDY</a:t>
            </a:r>
            <a:endParaRPr sz="1400" b="0" i="0" u="none" strike="noStrike" cap="none">
              <a:solidFill>
                <a:srgbClr val="000000"/>
              </a:solidFill>
              <a:latin typeface="Arial"/>
              <a:ea typeface="Arial"/>
              <a:cs typeface="Arial"/>
              <a:sym typeface="Arial"/>
            </a:endParaRPr>
          </a:p>
          <a:p>
            <a:pPr marL="0" marR="0" lvl="0" indent="0" algn="l" rtl="0">
              <a:lnSpc>
                <a:spcPct val="127000"/>
              </a:lnSpc>
              <a:spcBef>
                <a:spcPts val="0"/>
              </a:spcBef>
              <a:spcAft>
                <a:spcPts val="0"/>
              </a:spcAft>
              <a:buClr>
                <a:srgbClr val="000000"/>
              </a:buClr>
              <a:buSzPts val="6000"/>
              <a:buFont typeface="Arial"/>
              <a:buNone/>
            </a:pPr>
            <a:endParaRPr sz="6000" b="0" i="0" u="none" strike="noStrike" cap="none">
              <a:solidFill>
                <a:srgbClr val="000000"/>
              </a:solidFill>
              <a:latin typeface="Prompt Black"/>
              <a:ea typeface="Prompt Black"/>
              <a:cs typeface="Prompt Black"/>
              <a:sym typeface="Prompt Black"/>
            </a:endParaRPr>
          </a:p>
        </p:txBody>
      </p:sp>
      <p:sp>
        <p:nvSpPr>
          <p:cNvPr id="156" name="Google Shape;156;p6"/>
          <p:cNvSpPr txBox="1"/>
          <p:nvPr/>
        </p:nvSpPr>
        <p:spPr>
          <a:xfrm>
            <a:off x="666750" y="3883340"/>
            <a:ext cx="16857600" cy="5169685"/>
          </a:xfrm>
          <a:prstGeom prst="rect">
            <a:avLst/>
          </a:prstGeom>
          <a:noFill/>
          <a:ln>
            <a:noFill/>
          </a:ln>
        </p:spPr>
        <p:txBody>
          <a:bodyPr spcFirstLastPara="1" wrap="square" lIns="0" tIns="0" rIns="0" bIns="0" anchor="t" anchorCtr="0">
            <a:spAutoFit/>
          </a:bodyPr>
          <a:lstStyle/>
          <a:p>
            <a:pPr marL="1036312" marR="0" lvl="1" indent="-518156" algn="just" rtl="0">
              <a:lnSpc>
                <a:spcPct val="140008"/>
              </a:lnSpc>
              <a:spcBef>
                <a:spcPts val="0"/>
              </a:spcBef>
              <a:spcAft>
                <a:spcPts val="0"/>
              </a:spcAft>
              <a:buClr>
                <a:srgbClr val="000000"/>
              </a:buClr>
              <a:buSzPts val="4799"/>
              <a:buFont typeface="Arial"/>
              <a:buChar char="•"/>
            </a:pPr>
            <a:r>
              <a:rPr lang="en-US" sz="4799" b="0" i="0" u="none" strike="noStrike" cap="none" dirty="0">
                <a:solidFill>
                  <a:srgbClr val="000000"/>
                </a:solidFill>
                <a:latin typeface="Nunito Sans ExtraLight" pitchFamily="2" charset="0"/>
                <a:ea typeface="Nunito Sans"/>
                <a:cs typeface="Nunito Sans"/>
                <a:sym typeface="Nunito Sans"/>
              </a:rPr>
              <a:t>Students</a:t>
            </a:r>
            <a:endParaRPr sz="1400" b="0" i="0" u="none" strike="noStrike" cap="none" dirty="0">
              <a:solidFill>
                <a:srgbClr val="000000"/>
              </a:solidFill>
              <a:latin typeface="Nunito Sans ExtraLight" pitchFamily="2" charset="0"/>
              <a:sym typeface="Arial"/>
            </a:endParaRPr>
          </a:p>
          <a:p>
            <a:pPr marL="1036312" marR="0" lvl="1" indent="-518156" algn="just" rtl="0">
              <a:lnSpc>
                <a:spcPct val="140008"/>
              </a:lnSpc>
              <a:spcBef>
                <a:spcPts val="0"/>
              </a:spcBef>
              <a:spcAft>
                <a:spcPts val="0"/>
              </a:spcAft>
              <a:buClr>
                <a:srgbClr val="000000"/>
              </a:buClr>
              <a:buSzPts val="4799"/>
              <a:buFont typeface="Arial"/>
              <a:buChar char="•"/>
            </a:pPr>
            <a:r>
              <a:rPr lang="en-US" sz="4799" dirty="0">
                <a:latin typeface="Nunito Sans ExtraLight" pitchFamily="2" charset="0"/>
                <a:sym typeface="Nunito Sans"/>
              </a:rPr>
              <a:t>Librarian</a:t>
            </a:r>
            <a:endParaRPr sz="1400" b="0" i="0" u="none" strike="noStrike" cap="none" dirty="0">
              <a:solidFill>
                <a:srgbClr val="000000"/>
              </a:solidFill>
              <a:latin typeface="Nunito Sans ExtraLight" pitchFamily="2" charset="0"/>
              <a:sym typeface="Arial"/>
            </a:endParaRPr>
          </a:p>
          <a:p>
            <a:pPr marL="1036312" marR="0" lvl="1" indent="-518156" algn="just" rtl="0">
              <a:lnSpc>
                <a:spcPct val="140008"/>
              </a:lnSpc>
              <a:spcBef>
                <a:spcPts val="0"/>
              </a:spcBef>
              <a:spcAft>
                <a:spcPts val="0"/>
              </a:spcAft>
              <a:buClr>
                <a:srgbClr val="000000"/>
              </a:buClr>
              <a:buSzPts val="4799"/>
              <a:buFont typeface="Arial"/>
              <a:buChar char="•"/>
            </a:pPr>
            <a:r>
              <a:rPr lang="en-US" sz="4799" dirty="0">
                <a:latin typeface="Nunito Sans ExtraLight" pitchFamily="2" charset="0"/>
                <a:sym typeface="Nunito Sans"/>
              </a:rPr>
              <a:t>Library Staff</a:t>
            </a:r>
            <a:endParaRPr sz="1400" b="0" i="0" u="none" strike="noStrike" cap="none" dirty="0">
              <a:solidFill>
                <a:srgbClr val="000000"/>
              </a:solidFill>
              <a:latin typeface="Nunito Sans ExtraLight" pitchFamily="2" charset="0"/>
              <a:sym typeface="Arial"/>
            </a:endParaRPr>
          </a:p>
          <a:p>
            <a:pPr marL="1036312" marR="0" lvl="1" indent="-518156" algn="just" rtl="0">
              <a:lnSpc>
                <a:spcPct val="140008"/>
              </a:lnSpc>
              <a:spcBef>
                <a:spcPts val="0"/>
              </a:spcBef>
              <a:spcAft>
                <a:spcPts val="0"/>
              </a:spcAft>
              <a:buClr>
                <a:srgbClr val="000000"/>
              </a:buClr>
              <a:buSzPts val="4799"/>
              <a:buFont typeface="Arial"/>
              <a:buChar char="•"/>
            </a:pPr>
            <a:r>
              <a:rPr lang="en-US" sz="4799" b="0" i="0" u="none" strike="noStrike" cap="none" dirty="0">
                <a:solidFill>
                  <a:srgbClr val="000000"/>
                </a:solidFill>
                <a:latin typeface="Nunito Sans ExtraLight" pitchFamily="2" charset="0"/>
                <a:ea typeface="Nunito Sans"/>
                <a:cs typeface="Nunito Sans"/>
                <a:sym typeface="Nunito Sans"/>
              </a:rPr>
              <a:t>Researchers</a:t>
            </a:r>
            <a:endParaRPr sz="1400" b="0" i="0" u="none" strike="noStrike" cap="none" dirty="0">
              <a:solidFill>
                <a:srgbClr val="000000"/>
              </a:solidFill>
              <a:latin typeface="Nunito Sans ExtraLight" pitchFamily="2" charset="0"/>
              <a:sym typeface="Arial"/>
            </a:endParaRPr>
          </a:p>
          <a:p>
            <a:pPr marL="1036312" marR="0" lvl="1" indent="-518156" algn="just" rtl="0">
              <a:lnSpc>
                <a:spcPct val="140008"/>
              </a:lnSpc>
              <a:spcBef>
                <a:spcPts val="0"/>
              </a:spcBef>
              <a:spcAft>
                <a:spcPts val="0"/>
              </a:spcAft>
              <a:buClr>
                <a:srgbClr val="000000"/>
              </a:buClr>
              <a:buSzPts val="4799"/>
              <a:buFont typeface="Arial"/>
              <a:buChar char="•"/>
            </a:pPr>
            <a:r>
              <a:rPr lang="en-US" sz="4799" b="0" i="0" u="none" strike="noStrike" cap="none" dirty="0">
                <a:solidFill>
                  <a:srgbClr val="000000"/>
                </a:solidFill>
                <a:latin typeface="Nunito Sans ExtraLight" pitchFamily="2" charset="0"/>
                <a:ea typeface="Nunito Sans"/>
                <a:cs typeface="Nunito Sans"/>
                <a:sym typeface="Nunito Sans"/>
              </a:rPr>
              <a:t>Future Researchers</a:t>
            </a:r>
            <a:endParaRPr sz="1400" b="0" i="0" u="none" strike="noStrike" cap="none" dirty="0">
              <a:solidFill>
                <a:srgbClr val="000000"/>
              </a:solidFill>
              <a:latin typeface="Nunito Sans ExtraLight" pitchFamily="2" charset="0"/>
              <a:sym typeface="Arial"/>
            </a:endParaRPr>
          </a:p>
        </p:txBody>
      </p:sp>
      <p:sp>
        <p:nvSpPr>
          <p:cNvPr id="157" name="Google Shape;157;p6"/>
          <p:cNvSpPr txBox="1"/>
          <p:nvPr/>
        </p:nvSpPr>
        <p:spPr>
          <a:xfrm>
            <a:off x="666750" y="475979"/>
            <a:ext cx="3117648" cy="605028"/>
          </a:xfrm>
          <a:prstGeom prst="rect">
            <a:avLst/>
          </a:prstGeom>
          <a:noFill/>
          <a:ln>
            <a:noFill/>
          </a:ln>
        </p:spPr>
        <p:txBody>
          <a:bodyPr spcFirstLastPara="1" wrap="square" lIns="0" tIns="0" rIns="0" bIns="0" anchor="t" anchorCtr="0">
            <a:spAutoFit/>
          </a:bodyPr>
          <a:lstStyle/>
          <a:p>
            <a:pPr marL="0" marR="0" lvl="0" indent="0" algn="l" rtl="0">
              <a:lnSpc>
                <a:spcPct val="140039"/>
              </a:lnSpc>
              <a:spcBef>
                <a:spcPts val="0"/>
              </a:spcBef>
              <a:spcAft>
                <a:spcPts val="0"/>
              </a:spcAft>
              <a:buClr>
                <a:srgbClr val="000000"/>
              </a:buClr>
              <a:buSzPts val="3554"/>
              <a:buFont typeface="Arial"/>
              <a:buNone/>
            </a:pPr>
            <a:r>
              <a:rPr lang="en-US" sz="3554" b="1" i="0" u="none" strike="noStrike" cap="none">
                <a:solidFill>
                  <a:srgbClr val="FFFFFF"/>
                </a:solidFill>
                <a:latin typeface="Nunito Sans"/>
                <a:ea typeface="Nunito Sans"/>
                <a:cs typeface="Nunito Sans"/>
                <a:sym typeface="Nunito Sans"/>
              </a:rPr>
              <a:t>Cecilian Portal</a:t>
            </a:r>
            <a:endParaRPr sz="1400" b="0" i="0" u="none" strike="noStrike" cap="none">
              <a:solidFill>
                <a:srgbClr val="000000"/>
              </a:solidFill>
              <a:latin typeface="Arial"/>
              <a:ea typeface="Arial"/>
              <a:cs typeface="Arial"/>
              <a:sym typeface="Arial"/>
            </a:endParaRPr>
          </a:p>
        </p:txBody>
      </p:sp>
      <p:sp>
        <p:nvSpPr>
          <p:cNvPr id="158" name="Google Shape;158;p6"/>
          <p:cNvSpPr/>
          <p:nvPr/>
        </p:nvSpPr>
        <p:spPr>
          <a:xfrm>
            <a:off x="17259300" y="542654"/>
            <a:ext cx="546702" cy="546702"/>
          </a:xfrm>
          <a:custGeom>
            <a:avLst/>
            <a:gdLst/>
            <a:ahLst/>
            <a:cxnLst/>
            <a:rect l="l" t="t" r="r" b="b"/>
            <a:pathLst>
              <a:path w="546702" h="546702" extrusionOk="0">
                <a:moveTo>
                  <a:pt x="0" y="0"/>
                </a:moveTo>
                <a:lnTo>
                  <a:pt x="546702" y="0"/>
                </a:lnTo>
                <a:lnTo>
                  <a:pt x="546702" y="546702"/>
                </a:lnTo>
                <a:lnTo>
                  <a:pt x="0" y="546702"/>
                </a:lnTo>
                <a:lnTo>
                  <a:pt x="0" y="0"/>
                </a:lnTo>
                <a:close/>
              </a:path>
            </a:pathLst>
          </a:custGeom>
          <a:blipFill rotWithShape="1">
            <a:blip r:embed="rId3">
              <a:alphaModFix/>
            </a:blip>
            <a:stretch>
              <a:fillRect/>
            </a:stretch>
          </a:blipFill>
          <a:ln>
            <a:noFill/>
          </a:ln>
        </p:spPr>
      </p:sp>
      <p:sp>
        <p:nvSpPr>
          <p:cNvPr id="159" name="Google Shape;159;p6"/>
          <p:cNvSpPr txBox="1"/>
          <p:nvPr/>
        </p:nvSpPr>
        <p:spPr>
          <a:xfrm>
            <a:off x="11380120" y="594280"/>
            <a:ext cx="2443433" cy="406527"/>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Clr>
                <a:srgbClr val="000000"/>
              </a:buClr>
              <a:buSzPts val="2370"/>
              <a:buFont typeface="Arial"/>
              <a:buNone/>
            </a:pPr>
            <a:r>
              <a:rPr lang="en-US" sz="2370" b="0" i="0" u="none" strike="noStrike" cap="none">
                <a:solidFill>
                  <a:srgbClr val="FFFFFF"/>
                </a:solidFill>
                <a:latin typeface="Nunito Sans ExtraLight"/>
                <a:ea typeface="Nunito Sans ExtraLight"/>
                <a:cs typeface="Nunito Sans ExtraLight"/>
                <a:sym typeface="Nunito Sans ExtraLight"/>
              </a:rPr>
              <a:t>System Design</a:t>
            </a:r>
            <a:endParaRPr sz="1400" b="0" i="0" u="none" strike="noStrike" cap="none">
              <a:solidFill>
                <a:srgbClr val="000000"/>
              </a:solidFill>
              <a:latin typeface="Arial"/>
              <a:ea typeface="Arial"/>
              <a:cs typeface="Arial"/>
              <a:sym typeface="Arial"/>
            </a:endParaRPr>
          </a:p>
        </p:txBody>
      </p:sp>
      <p:sp>
        <p:nvSpPr>
          <p:cNvPr id="160" name="Google Shape;160;p6"/>
          <p:cNvSpPr txBox="1"/>
          <p:nvPr/>
        </p:nvSpPr>
        <p:spPr>
          <a:xfrm>
            <a:off x="9235533" y="584755"/>
            <a:ext cx="1737007" cy="406527"/>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Clr>
                <a:srgbClr val="000000"/>
              </a:buClr>
              <a:buSzPts val="2370"/>
              <a:buFont typeface="Arial"/>
              <a:buNone/>
            </a:pPr>
            <a:r>
              <a:rPr lang="en-US" sz="2370" b="0" i="0" u="none" strike="noStrike" cap="none">
                <a:solidFill>
                  <a:srgbClr val="FFFFFF"/>
                </a:solidFill>
                <a:latin typeface="Nunito Sans ExtraLight"/>
                <a:ea typeface="Nunito Sans ExtraLight"/>
                <a:cs typeface="Nunito Sans ExtraLight"/>
                <a:sym typeface="Nunito Sans ExtraLight"/>
              </a:rPr>
              <a:t>Methodology</a:t>
            </a:r>
            <a:endParaRPr sz="1400" b="0" i="0" u="none" strike="noStrike" cap="none">
              <a:solidFill>
                <a:srgbClr val="000000"/>
              </a:solidFill>
              <a:latin typeface="Arial"/>
              <a:ea typeface="Arial"/>
              <a:cs typeface="Arial"/>
              <a:sym typeface="Arial"/>
            </a:endParaRPr>
          </a:p>
        </p:txBody>
      </p:sp>
      <p:sp>
        <p:nvSpPr>
          <p:cNvPr id="161" name="Google Shape;161;p6"/>
          <p:cNvSpPr txBox="1"/>
          <p:nvPr/>
        </p:nvSpPr>
        <p:spPr>
          <a:xfrm>
            <a:off x="4896349" y="584755"/>
            <a:ext cx="1984659" cy="406527"/>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Clr>
                <a:srgbClr val="000000"/>
              </a:buClr>
              <a:buSzPts val="2370"/>
              <a:buFont typeface="Arial"/>
              <a:buNone/>
            </a:pPr>
            <a:r>
              <a:rPr lang="en-US" sz="2370" b="0" i="0" u="none" strike="noStrike" cap="none">
                <a:solidFill>
                  <a:srgbClr val="FFFFFF"/>
                </a:solidFill>
                <a:latin typeface="Nunito Sans ExtraLight"/>
                <a:ea typeface="Nunito Sans ExtraLight"/>
                <a:cs typeface="Nunito Sans ExtraLight"/>
                <a:sym typeface="Nunito Sans ExtraLight"/>
              </a:rPr>
              <a:t>Introduction</a:t>
            </a:r>
            <a:endParaRPr sz="1400" b="0" i="0" u="none" strike="noStrike" cap="none">
              <a:solidFill>
                <a:srgbClr val="000000"/>
              </a:solidFill>
              <a:latin typeface="Arial"/>
              <a:ea typeface="Arial"/>
              <a:cs typeface="Arial"/>
              <a:sym typeface="Arial"/>
            </a:endParaRPr>
          </a:p>
        </p:txBody>
      </p:sp>
      <p:sp>
        <p:nvSpPr>
          <p:cNvPr id="162" name="Google Shape;162;p6"/>
          <p:cNvSpPr txBox="1"/>
          <p:nvPr/>
        </p:nvSpPr>
        <p:spPr>
          <a:xfrm>
            <a:off x="14098165" y="603805"/>
            <a:ext cx="2748483" cy="406527"/>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Clr>
                <a:srgbClr val="000000"/>
              </a:buClr>
              <a:buSzPts val="2370"/>
              <a:buFont typeface="Arial"/>
              <a:buNone/>
            </a:pPr>
            <a:r>
              <a:rPr lang="en-US" sz="2370" b="0" i="0" u="none" strike="noStrike" cap="none">
                <a:solidFill>
                  <a:srgbClr val="FFFFFF"/>
                </a:solidFill>
                <a:latin typeface="Nunito Sans ExtraLight"/>
                <a:ea typeface="Nunito Sans ExtraLight"/>
                <a:cs typeface="Nunito Sans ExtraLight"/>
                <a:sym typeface="Nunito Sans ExtraLight"/>
              </a:rPr>
              <a:t>Evaluating &amp; Testing</a:t>
            </a:r>
            <a:endParaRPr sz="1400" b="0" i="0" u="none" strike="noStrike" cap="none">
              <a:solidFill>
                <a:srgbClr val="000000"/>
              </a:solidFill>
              <a:latin typeface="Arial"/>
              <a:ea typeface="Arial"/>
              <a:cs typeface="Arial"/>
              <a:sym typeface="Arial"/>
            </a:endParaRPr>
          </a:p>
        </p:txBody>
      </p:sp>
      <p:sp>
        <p:nvSpPr>
          <p:cNvPr id="163" name="Google Shape;163;p6"/>
          <p:cNvSpPr txBox="1"/>
          <p:nvPr/>
        </p:nvSpPr>
        <p:spPr>
          <a:xfrm>
            <a:off x="7176992" y="584755"/>
            <a:ext cx="1641437" cy="423193"/>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Clr>
                <a:srgbClr val="000000"/>
              </a:buClr>
              <a:buSzPts val="2370"/>
              <a:buFont typeface="Arial"/>
              <a:buNone/>
            </a:pPr>
            <a:r>
              <a:rPr lang="en-US" sz="2370" b="0" i="0" u="none" strike="noStrike" cap="none">
                <a:solidFill>
                  <a:srgbClr val="FFFFFF"/>
                </a:solidFill>
                <a:latin typeface="Nunito Sans ExtraLight"/>
                <a:ea typeface="Nunito Sans ExtraLight"/>
                <a:cs typeface="Nunito Sans ExtraLight"/>
                <a:sym typeface="Nunito Sans ExtraLight"/>
              </a:rPr>
              <a:t>Literatures</a:t>
            </a:r>
            <a:endParaRPr sz="2370" b="0" i="0" u="none" strike="noStrike" cap="none">
              <a:solidFill>
                <a:srgbClr val="FFFFFF"/>
              </a:solidFill>
              <a:latin typeface="Nunito Sans ExtraLight"/>
              <a:ea typeface="Nunito Sans ExtraLight"/>
              <a:cs typeface="Nunito Sans ExtraLight"/>
              <a:sym typeface="Nunito Sans ExtraLight"/>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67"/>
        <p:cNvGrpSpPr/>
        <p:nvPr/>
      </p:nvGrpSpPr>
      <p:grpSpPr>
        <a:xfrm>
          <a:off x="0" y="0"/>
          <a:ext cx="0" cy="0"/>
          <a:chOff x="0" y="0"/>
          <a:chExt cx="0" cy="0"/>
        </a:xfrm>
      </p:grpSpPr>
      <p:grpSp>
        <p:nvGrpSpPr>
          <p:cNvPr id="168" name="Google Shape;168;p7"/>
          <p:cNvGrpSpPr/>
          <p:nvPr/>
        </p:nvGrpSpPr>
        <p:grpSpPr>
          <a:xfrm>
            <a:off x="-670310" y="-736428"/>
            <a:ext cx="19670481" cy="2376603"/>
            <a:chOff x="0" y="-38100"/>
            <a:chExt cx="5180703" cy="625937"/>
          </a:xfrm>
        </p:grpSpPr>
        <p:sp>
          <p:nvSpPr>
            <p:cNvPr id="169" name="Google Shape;169;p7"/>
            <p:cNvSpPr/>
            <p:nvPr/>
          </p:nvSpPr>
          <p:spPr>
            <a:xfrm>
              <a:off x="0" y="0"/>
              <a:ext cx="5180703" cy="587837"/>
            </a:xfrm>
            <a:custGeom>
              <a:avLst/>
              <a:gdLst/>
              <a:ahLst/>
              <a:cxnLst/>
              <a:rect l="l" t="t" r="r" b="b"/>
              <a:pathLst>
                <a:path w="5180703" h="587837" extrusionOk="0">
                  <a:moveTo>
                    <a:pt x="0" y="0"/>
                  </a:moveTo>
                  <a:lnTo>
                    <a:pt x="5180703" y="0"/>
                  </a:lnTo>
                  <a:lnTo>
                    <a:pt x="5180703" y="587837"/>
                  </a:lnTo>
                  <a:lnTo>
                    <a:pt x="0" y="587837"/>
                  </a:lnTo>
                  <a:close/>
                </a:path>
              </a:pathLst>
            </a:custGeom>
            <a:solidFill>
              <a:srgbClr val="790A0A"/>
            </a:solidFill>
            <a:ln>
              <a:noFill/>
            </a:ln>
          </p:spPr>
        </p:sp>
        <p:sp>
          <p:nvSpPr>
            <p:cNvPr id="170" name="Google Shape;170;p7"/>
            <p:cNvSpPr txBox="1"/>
            <p:nvPr/>
          </p:nvSpPr>
          <p:spPr>
            <a:xfrm>
              <a:off x="0" y="-38100"/>
              <a:ext cx="5180703" cy="625937"/>
            </a:xfrm>
            <a:prstGeom prst="rect">
              <a:avLst/>
            </a:prstGeom>
            <a:noFill/>
            <a:ln>
              <a:noFill/>
            </a:ln>
          </p:spPr>
          <p:txBody>
            <a:bodyPr spcFirstLastPara="1" wrap="square" lIns="50800" tIns="50800" rIns="50800" bIns="50800" anchor="ctr" anchorCtr="0">
              <a:noAutofit/>
            </a:bodyPr>
            <a:lstStyle/>
            <a:p>
              <a:pPr marL="0" marR="0" lvl="0" indent="0" algn="ctr" rtl="0">
                <a:lnSpc>
                  <a:spcPct val="147722"/>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grpSp>
      <p:grpSp>
        <p:nvGrpSpPr>
          <p:cNvPr id="171" name="Google Shape;171;p7"/>
          <p:cNvGrpSpPr/>
          <p:nvPr/>
        </p:nvGrpSpPr>
        <p:grpSpPr>
          <a:xfrm>
            <a:off x="-580047" y="9794239"/>
            <a:ext cx="19489954" cy="1158047"/>
            <a:chOff x="0" y="-38100"/>
            <a:chExt cx="5133157" cy="305000"/>
          </a:xfrm>
        </p:grpSpPr>
        <p:sp>
          <p:nvSpPr>
            <p:cNvPr id="172" name="Google Shape;172;p7"/>
            <p:cNvSpPr/>
            <p:nvPr/>
          </p:nvSpPr>
          <p:spPr>
            <a:xfrm>
              <a:off x="0" y="0"/>
              <a:ext cx="5133157" cy="266900"/>
            </a:xfrm>
            <a:custGeom>
              <a:avLst/>
              <a:gdLst/>
              <a:ahLst/>
              <a:cxnLst/>
              <a:rect l="l" t="t" r="r" b="b"/>
              <a:pathLst>
                <a:path w="5133157" h="266900" extrusionOk="0">
                  <a:moveTo>
                    <a:pt x="0" y="0"/>
                  </a:moveTo>
                  <a:lnTo>
                    <a:pt x="5133157" y="0"/>
                  </a:lnTo>
                  <a:lnTo>
                    <a:pt x="5133157" y="266900"/>
                  </a:lnTo>
                  <a:lnTo>
                    <a:pt x="0" y="266900"/>
                  </a:lnTo>
                  <a:close/>
                </a:path>
              </a:pathLst>
            </a:custGeom>
            <a:solidFill>
              <a:srgbClr val="790A0A"/>
            </a:solidFill>
            <a:ln>
              <a:noFill/>
            </a:ln>
          </p:spPr>
        </p:sp>
        <p:sp>
          <p:nvSpPr>
            <p:cNvPr id="173" name="Google Shape;173;p7"/>
            <p:cNvSpPr txBox="1"/>
            <p:nvPr/>
          </p:nvSpPr>
          <p:spPr>
            <a:xfrm>
              <a:off x="0" y="-38100"/>
              <a:ext cx="5133157" cy="305000"/>
            </a:xfrm>
            <a:prstGeom prst="rect">
              <a:avLst/>
            </a:prstGeom>
            <a:noFill/>
            <a:ln>
              <a:noFill/>
            </a:ln>
          </p:spPr>
          <p:txBody>
            <a:bodyPr spcFirstLastPara="1" wrap="square" lIns="50800" tIns="50800" rIns="50800" bIns="50800" anchor="ctr" anchorCtr="0">
              <a:noAutofit/>
            </a:bodyPr>
            <a:lstStyle/>
            <a:p>
              <a:pPr marL="0" marR="0" lvl="0" indent="0" algn="ctr" rtl="0">
                <a:lnSpc>
                  <a:spcPct val="147722"/>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grpSp>
      <p:cxnSp>
        <p:nvCxnSpPr>
          <p:cNvPr id="174" name="Google Shape;174;p7"/>
          <p:cNvCxnSpPr/>
          <p:nvPr/>
        </p:nvCxnSpPr>
        <p:spPr>
          <a:xfrm rot="5400000">
            <a:off x="3297077" y="514679"/>
            <a:ext cx="2231942" cy="0"/>
          </a:xfrm>
          <a:prstGeom prst="straightConnector1">
            <a:avLst/>
          </a:prstGeom>
          <a:noFill/>
          <a:ln w="19050" cap="flat" cmpd="sng">
            <a:solidFill>
              <a:srgbClr val="FFFFFF"/>
            </a:solidFill>
            <a:prstDash val="solid"/>
            <a:round/>
            <a:headEnd type="none" w="sm" len="sm"/>
            <a:tailEnd type="none" w="sm" len="sm"/>
          </a:ln>
        </p:spPr>
      </p:cxnSp>
      <p:cxnSp>
        <p:nvCxnSpPr>
          <p:cNvPr id="175" name="Google Shape;175;p7"/>
          <p:cNvCxnSpPr/>
          <p:nvPr/>
        </p:nvCxnSpPr>
        <p:spPr>
          <a:xfrm rot="10800000">
            <a:off x="-670310" y="1621125"/>
            <a:ext cx="19670481" cy="0"/>
          </a:xfrm>
          <a:prstGeom prst="straightConnector1">
            <a:avLst/>
          </a:prstGeom>
          <a:noFill/>
          <a:ln w="19050" cap="flat" cmpd="sng">
            <a:solidFill>
              <a:srgbClr val="000000"/>
            </a:solidFill>
            <a:prstDash val="solid"/>
            <a:round/>
            <a:headEnd type="none" w="sm" len="sm"/>
            <a:tailEnd type="none" w="sm" len="sm"/>
          </a:ln>
        </p:spPr>
      </p:cxnSp>
      <p:sp>
        <p:nvSpPr>
          <p:cNvPr id="176" name="Google Shape;176;p7"/>
          <p:cNvSpPr txBox="1"/>
          <p:nvPr/>
        </p:nvSpPr>
        <p:spPr>
          <a:xfrm>
            <a:off x="295821" y="5297095"/>
            <a:ext cx="17696357" cy="946785"/>
          </a:xfrm>
          <a:prstGeom prst="rect">
            <a:avLst/>
          </a:prstGeom>
          <a:noFill/>
          <a:ln>
            <a:noFill/>
          </a:ln>
        </p:spPr>
        <p:txBody>
          <a:bodyPr spcFirstLastPara="1" wrap="square" lIns="0" tIns="0" rIns="0" bIns="0" anchor="t" anchorCtr="0">
            <a:spAutoFit/>
          </a:bodyPr>
          <a:lstStyle/>
          <a:p>
            <a:pPr marL="0" marR="0" lvl="0" indent="0" algn="ctr" rtl="0">
              <a:lnSpc>
                <a:spcPct val="127000"/>
              </a:lnSpc>
              <a:spcBef>
                <a:spcPts val="0"/>
              </a:spcBef>
              <a:spcAft>
                <a:spcPts val="0"/>
              </a:spcAft>
              <a:buClr>
                <a:srgbClr val="000000"/>
              </a:buClr>
              <a:buSzPts val="6000"/>
              <a:buFont typeface="Arial"/>
              <a:buNone/>
            </a:pPr>
            <a:r>
              <a:rPr lang="en-US" sz="6000" b="0" i="0" u="none" strike="noStrike" cap="none">
                <a:solidFill>
                  <a:srgbClr val="000000"/>
                </a:solidFill>
                <a:latin typeface="Prompt Black"/>
                <a:ea typeface="Prompt Black"/>
                <a:cs typeface="Prompt Black"/>
                <a:sym typeface="Prompt Black"/>
              </a:rPr>
              <a:t>OBJECTIVES</a:t>
            </a:r>
            <a:endParaRPr sz="1400" b="0" i="0" u="none" strike="noStrike" cap="none">
              <a:solidFill>
                <a:srgbClr val="000000"/>
              </a:solidFill>
              <a:latin typeface="Arial"/>
              <a:ea typeface="Arial"/>
              <a:cs typeface="Arial"/>
              <a:sym typeface="Arial"/>
            </a:endParaRPr>
          </a:p>
        </p:txBody>
      </p:sp>
      <p:sp>
        <p:nvSpPr>
          <p:cNvPr id="177" name="Google Shape;177;p7"/>
          <p:cNvSpPr txBox="1"/>
          <p:nvPr/>
        </p:nvSpPr>
        <p:spPr>
          <a:xfrm>
            <a:off x="666750" y="475979"/>
            <a:ext cx="3117648" cy="605028"/>
          </a:xfrm>
          <a:prstGeom prst="rect">
            <a:avLst/>
          </a:prstGeom>
          <a:noFill/>
          <a:ln>
            <a:noFill/>
          </a:ln>
        </p:spPr>
        <p:txBody>
          <a:bodyPr spcFirstLastPara="1" wrap="square" lIns="0" tIns="0" rIns="0" bIns="0" anchor="t" anchorCtr="0">
            <a:spAutoFit/>
          </a:bodyPr>
          <a:lstStyle/>
          <a:p>
            <a:pPr marL="0" marR="0" lvl="0" indent="0" algn="l" rtl="0">
              <a:lnSpc>
                <a:spcPct val="140039"/>
              </a:lnSpc>
              <a:spcBef>
                <a:spcPts val="0"/>
              </a:spcBef>
              <a:spcAft>
                <a:spcPts val="0"/>
              </a:spcAft>
              <a:buClr>
                <a:srgbClr val="000000"/>
              </a:buClr>
              <a:buSzPts val="3554"/>
              <a:buFont typeface="Arial"/>
              <a:buNone/>
            </a:pPr>
            <a:r>
              <a:rPr lang="en-US" sz="3554" b="1" i="0" u="none" strike="noStrike" cap="none">
                <a:solidFill>
                  <a:srgbClr val="FFFFFF"/>
                </a:solidFill>
                <a:latin typeface="Nunito Sans"/>
                <a:ea typeface="Nunito Sans"/>
                <a:cs typeface="Nunito Sans"/>
                <a:sym typeface="Nunito Sans"/>
              </a:rPr>
              <a:t>Cecilian Portal</a:t>
            </a:r>
            <a:endParaRPr sz="1400" b="0" i="0" u="none" strike="noStrike" cap="none">
              <a:solidFill>
                <a:srgbClr val="000000"/>
              </a:solidFill>
              <a:latin typeface="Arial"/>
              <a:ea typeface="Arial"/>
              <a:cs typeface="Arial"/>
              <a:sym typeface="Arial"/>
            </a:endParaRPr>
          </a:p>
        </p:txBody>
      </p:sp>
      <p:sp>
        <p:nvSpPr>
          <p:cNvPr id="178" name="Google Shape;178;p7"/>
          <p:cNvSpPr txBox="1"/>
          <p:nvPr/>
        </p:nvSpPr>
        <p:spPr>
          <a:xfrm>
            <a:off x="11380120" y="594280"/>
            <a:ext cx="2443433" cy="406527"/>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Clr>
                <a:srgbClr val="000000"/>
              </a:buClr>
              <a:buSzPts val="2370"/>
              <a:buFont typeface="Arial"/>
              <a:buNone/>
            </a:pPr>
            <a:r>
              <a:rPr lang="en-US" sz="2370" b="0" i="0" u="none" strike="noStrike" cap="none">
                <a:solidFill>
                  <a:srgbClr val="FFFFFF"/>
                </a:solidFill>
                <a:latin typeface="Nunito Sans ExtraLight"/>
                <a:ea typeface="Nunito Sans ExtraLight"/>
                <a:cs typeface="Nunito Sans ExtraLight"/>
                <a:sym typeface="Nunito Sans ExtraLight"/>
              </a:rPr>
              <a:t>System Design</a:t>
            </a:r>
            <a:endParaRPr sz="1400" b="0" i="0" u="none" strike="noStrike" cap="none">
              <a:solidFill>
                <a:srgbClr val="000000"/>
              </a:solidFill>
              <a:latin typeface="Arial"/>
              <a:ea typeface="Arial"/>
              <a:cs typeface="Arial"/>
              <a:sym typeface="Arial"/>
            </a:endParaRPr>
          </a:p>
        </p:txBody>
      </p:sp>
      <p:sp>
        <p:nvSpPr>
          <p:cNvPr id="179" name="Google Shape;179;p7"/>
          <p:cNvSpPr txBox="1"/>
          <p:nvPr/>
        </p:nvSpPr>
        <p:spPr>
          <a:xfrm>
            <a:off x="9235533" y="584755"/>
            <a:ext cx="1737007" cy="406527"/>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Clr>
                <a:srgbClr val="000000"/>
              </a:buClr>
              <a:buSzPts val="2370"/>
              <a:buFont typeface="Arial"/>
              <a:buNone/>
            </a:pPr>
            <a:r>
              <a:rPr lang="en-US" sz="2370" b="0" i="0" u="none" strike="noStrike" cap="none">
                <a:solidFill>
                  <a:srgbClr val="FFFFFF"/>
                </a:solidFill>
                <a:latin typeface="Nunito Sans ExtraLight"/>
                <a:ea typeface="Nunito Sans ExtraLight"/>
                <a:cs typeface="Nunito Sans ExtraLight"/>
                <a:sym typeface="Nunito Sans ExtraLight"/>
              </a:rPr>
              <a:t>Methodology</a:t>
            </a:r>
            <a:endParaRPr sz="1400" b="0" i="0" u="none" strike="noStrike" cap="none">
              <a:solidFill>
                <a:srgbClr val="000000"/>
              </a:solidFill>
              <a:latin typeface="Arial"/>
              <a:ea typeface="Arial"/>
              <a:cs typeface="Arial"/>
              <a:sym typeface="Arial"/>
            </a:endParaRPr>
          </a:p>
        </p:txBody>
      </p:sp>
      <p:sp>
        <p:nvSpPr>
          <p:cNvPr id="180" name="Google Shape;180;p7"/>
          <p:cNvSpPr txBox="1"/>
          <p:nvPr/>
        </p:nvSpPr>
        <p:spPr>
          <a:xfrm>
            <a:off x="4896349" y="584755"/>
            <a:ext cx="1984659" cy="406527"/>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Clr>
                <a:srgbClr val="000000"/>
              </a:buClr>
              <a:buSzPts val="2370"/>
              <a:buFont typeface="Arial"/>
              <a:buNone/>
            </a:pPr>
            <a:r>
              <a:rPr lang="en-US" sz="2370" b="0" i="0" u="none" strike="noStrike" cap="none">
                <a:solidFill>
                  <a:srgbClr val="FFFFFF"/>
                </a:solidFill>
                <a:latin typeface="Nunito Sans ExtraLight"/>
                <a:ea typeface="Nunito Sans ExtraLight"/>
                <a:cs typeface="Nunito Sans ExtraLight"/>
                <a:sym typeface="Nunito Sans ExtraLight"/>
              </a:rPr>
              <a:t>Introduction</a:t>
            </a:r>
            <a:endParaRPr sz="1400" b="0" i="0" u="none" strike="noStrike" cap="none">
              <a:solidFill>
                <a:srgbClr val="000000"/>
              </a:solidFill>
              <a:latin typeface="Arial"/>
              <a:ea typeface="Arial"/>
              <a:cs typeface="Arial"/>
              <a:sym typeface="Arial"/>
            </a:endParaRPr>
          </a:p>
        </p:txBody>
      </p:sp>
      <p:sp>
        <p:nvSpPr>
          <p:cNvPr id="181" name="Google Shape;181;p7"/>
          <p:cNvSpPr txBox="1"/>
          <p:nvPr/>
        </p:nvSpPr>
        <p:spPr>
          <a:xfrm>
            <a:off x="14098165" y="603805"/>
            <a:ext cx="2748483" cy="406527"/>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Clr>
                <a:srgbClr val="000000"/>
              </a:buClr>
              <a:buSzPts val="2370"/>
              <a:buFont typeface="Arial"/>
              <a:buNone/>
            </a:pPr>
            <a:r>
              <a:rPr lang="en-US" sz="2370" b="0" i="0" u="none" strike="noStrike" cap="none">
                <a:solidFill>
                  <a:srgbClr val="FFFFFF"/>
                </a:solidFill>
                <a:latin typeface="Nunito Sans ExtraLight"/>
                <a:ea typeface="Nunito Sans ExtraLight"/>
                <a:cs typeface="Nunito Sans ExtraLight"/>
                <a:sym typeface="Nunito Sans ExtraLight"/>
              </a:rPr>
              <a:t>Evaluating &amp; Testing</a:t>
            </a:r>
            <a:endParaRPr sz="1400" b="0" i="0" u="none" strike="noStrike" cap="none">
              <a:solidFill>
                <a:srgbClr val="000000"/>
              </a:solidFill>
              <a:latin typeface="Arial"/>
              <a:ea typeface="Arial"/>
              <a:cs typeface="Arial"/>
              <a:sym typeface="Arial"/>
            </a:endParaRPr>
          </a:p>
        </p:txBody>
      </p:sp>
      <p:sp>
        <p:nvSpPr>
          <p:cNvPr id="182" name="Google Shape;182;p7"/>
          <p:cNvSpPr/>
          <p:nvPr/>
        </p:nvSpPr>
        <p:spPr>
          <a:xfrm>
            <a:off x="17259300" y="542654"/>
            <a:ext cx="546702" cy="546702"/>
          </a:xfrm>
          <a:custGeom>
            <a:avLst/>
            <a:gdLst/>
            <a:ahLst/>
            <a:cxnLst/>
            <a:rect l="l" t="t" r="r" b="b"/>
            <a:pathLst>
              <a:path w="546702" h="546702" extrusionOk="0">
                <a:moveTo>
                  <a:pt x="0" y="0"/>
                </a:moveTo>
                <a:lnTo>
                  <a:pt x="546702" y="0"/>
                </a:lnTo>
                <a:lnTo>
                  <a:pt x="546702" y="546702"/>
                </a:lnTo>
                <a:lnTo>
                  <a:pt x="0" y="546702"/>
                </a:lnTo>
                <a:lnTo>
                  <a:pt x="0" y="0"/>
                </a:lnTo>
                <a:close/>
              </a:path>
            </a:pathLst>
          </a:custGeom>
          <a:blipFill rotWithShape="1">
            <a:blip r:embed="rId3">
              <a:alphaModFix/>
            </a:blip>
            <a:stretch>
              <a:fillRect/>
            </a:stretch>
          </a:blipFill>
          <a:ln>
            <a:noFill/>
          </a:ln>
        </p:spPr>
      </p:sp>
      <p:sp>
        <p:nvSpPr>
          <p:cNvPr id="183" name="Google Shape;183;p7"/>
          <p:cNvSpPr txBox="1"/>
          <p:nvPr/>
        </p:nvSpPr>
        <p:spPr>
          <a:xfrm>
            <a:off x="7176992" y="584755"/>
            <a:ext cx="1641437" cy="423193"/>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Clr>
                <a:srgbClr val="000000"/>
              </a:buClr>
              <a:buSzPts val="2370"/>
              <a:buFont typeface="Arial"/>
              <a:buNone/>
            </a:pPr>
            <a:r>
              <a:rPr lang="en-US" sz="2370" b="0" i="0" u="none" strike="noStrike" cap="none">
                <a:solidFill>
                  <a:srgbClr val="FFFFFF"/>
                </a:solidFill>
                <a:latin typeface="Nunito Sans ExtraLight"/>
                <a:ea typeface="Nunito Sans ExtraLight"/>
                <a:cs typeface="Nunito Sans ExtraLight"/>
                <a:sym typeface="Nunito Sans ExtraLight"/>
              </a:rPr>
              <a:t>Literatures</a:t>
            </a:r>
            <a:endParaRPr sz="2370" b="0" i="0" u="none" strike="noStrike" cap="none">
              <a:solidFill>
                <a:srgbClr val="FFFFFF"/>
              </a:solidFill>
              <a:latin typeface="Nunito Sans ExtraLight"/>
              <a:ea typeface="Nunito Sans ExtraLight"/>
              <a:cs typeface="Nunito Sans ExtraLight"/>
              <a:sym typeface="Nunito Sans ExtraLight"/>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87"/>
        <p:cNvGrpSpPr/>
        <p:nvPr/>
      </p:nvGrpSpPr>
      <p:grpSpPr>
        <a:xfrm>
          <a:off x="0" y="0"/>
          <a:ext cx="0" cy="0"/>
          <a:chOff x="0" y="0"/>
          <a:chExt cx="0" cy="0"/>
        </a:xfrm>
      </p:grpSpPr>
      <p:grpSp>
        <p:nvGrpSpPr>
          <p:cNvPr id="188" name="Google Shape;188;p8"/>
          <p:cNvGrpSpPr/>
          <p:nvPr/>
        </p:nvGrpSpPr>
        <p:grpSpPr>
          <a:xfrm>
            <a:off x="-670310" y="-736428"/>
            <a:ext cx="19670481" cy="2376603"/>
            <a:chOff x="0" y="-38100"/>
            <a:chExt cx="5180703" cy="625937"/>
          </a:xfrm>
        </p:grpSpPr>
        <p:sp>
          <p:nvSpPr>
            <p:cNvPr id="189" name="Google Shape;189;p8"/>
            <p:cNvSpPr/>
            <p:nvPr/>
          </p:nvSpPr>
          <p:spPr>
            <a:xfrm>
              <a:off x="0" y="0"/>
              <a:ext cx="5180703" cy="587837"/>
            </a:xfrm>
            <a:custGeom>
              <a:avLst/>
              <a:gdLst/>
              <a:ahLst/>
              <a:cxnLst/>
              <a:rect l="l" t="t" r="r" b="b"/>
              <a:pathLst>
                <a:path w="5180703" h="587837" extrusionOk="0">
                  <a:moveTo>
                    <a:pt x="0" y="0"/>
                  </a:moveTo>
                  <a:lnTo>
                    <a:pt x="5180703" y="0"/>
                  </a:lnTo>
                  <a:lnTo>
                    <a:pt x="5180703" y="587837"/>
                  </a:lnTo>
                  <a:lnTo>
                    <a:pt x="0" y="587837"/>
                  </a:lnTo>
                  <a:close/>
                </a:path>
              </a:pathLst>
            </a:custGeom>
            <a:solidFill>
              <a:srgbClr val="790A0A"/>
            </a:solidFill>
            <a:ln>
              <a:noFill/>
            </a:ln>
          </p:spPr>
        </p:sp>
        <p:sp>
          <p:nvSpPr>
            <p:cNvPr id="190" name="Google Shape;190;p8"/>
            <p:cNvSpPr txBox="1"/>
            <p:nvPr/>
          </p:nvSpPr>
          <p:spPr>
            <a:xfrm>
              <a:off x="0" y="-38100"/>
              <a:ext cx="5180703" cy="625937"/>
            </a:xfrm>
            <a:prstGeom prst="rect">
              <a:avLst/>
            </a:prstGeom>
            <a:noFill/>
            <a:ln>
              <a:noFill/>
            </a:ln>
          </p:spPr>
          <p:txBody>
            <a:bodyPr spcFirstLastPara="1" wrap="square" lIns="50800" tIns="50800" rIns="50800" bIns="50800" anchor="ctr" anchorCtr="0">
              <a:noAutofit/>
            </a:bodyPr>
            <a:lstStyle/>
            <a:p>
              <a:pPr marL="0" marR="0" lvl="0" indent="0" algn="ctr" rtl="0">
                <a:lnSpc>
                  <a:spcPct val="147722"/>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grpSp>
      <p:grpSp>
        <p:nvGrpSpPr>
          <p:cNvPr id="191" name="Google Shape;191;p8"/>
          <p:cNvGrpSpPr/>
          <p:nvPr/>
        </p:nvGrpSpPr>
        <p:grpSpPr>
          <a:xfrm>
            <a:off x="-580047" y="9794239"/>
            <a:ext cx="19489954" cy="1158047"/>
            <a:chOff x="0" y="-38100"/>
            <a:chExt cx="5133157" cy="305000"/>
          </a:xfrm>
        </p:grpSpPr>
        <p:sp>
          <p:nvSpPr>
            <p:cNvPr id="192" name="Google Shape;192;p8"/>
            <p:cNvSpPr/>
            <p:nvPr/>
          </p:nvSpPr>
          <p:spPr>
            <a:xfrm>
              <a:off x="0" y="0"/>
              <a:ext cx="5133157" cy="266900"/>
            </a:xfrm>
            <a:custGeom>
              <a:avLst/>
              <a:gdLst/>
              <a:ahLst/>
              <a:cxnLst/>
              <a:rect l="l" t="t" r="r" b="b"/>
              <a:pathLst>
                <a:path w="5133157" h="266900" extrusionOk="0">
                  <a:moveTo>
                    <a:pt x="0" y="0"/>
                  </a:moveTo>
                  <a:lnTo>
                    <a:pt x="5133157" y="0"/>
                  </a:lnTo>
                  <a:lnTo>
                    <a:pt x="5133157" y="266900"/>
                  </a:lnTo>
                  <a:lnTo>
                    <a:pt x="0" y="266900"/>
                  </a:lnTo>
                  <a:close/>
                </a:path>
              </a:pathLst>
            </a:custGeom>
            <a:solidFill>
              <a:srgbClr val="790A0A"/>
            </a:solidFill>
            <a:ln>
              <a:noFill/>
            </a:ln>
          </p:spPr>
        </p:sp>
        <p:sp>
          <p:nvSpPr>
            <p:cNvPr id="193" name="Google Shape;193;p8"/>
            <p:cNvSpPr txBox="1"/>
            <p:nvPr/>
          </p:nvSpPr>
          <p:spPr>
            <a:xfrm>
              <a:off x="0" y="-38100"/>
              <a:ext cx="5133157" cy="305000"/>
            </a:xfrm>
            <a:prstGeom prst="rect">
              <a:avLst/>
            </a:prstGeom>
            <a:noFill/>
            <a:ln>
              <a:noFill/>
            </a:ln>
          </p:spPr>
          <p:txBody>
            <a:bodyPr spcFirstLastPara="1" wrap="square" lIns="50800" tIns="50800" rIns="50800" bIns="50800" anchor="ctr" anchorCtr="0">
              <a:noAutofit/>
            </a:bodyPr>
            <a:lstStyle/>
            <a:p>
              <a:pPr marL="0" marR="0" lvl="0" indent="0" algn="ctr" rtl="0">
                <a:lnSpc>
                  <a:spcPct val="147722"/>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grpSp>
      <p:cxnSp>
        <p:nvCxnSpPr>
          <p:cNvPr id="194" name="Google Shape;194;p8"/>
          <p:cNvCxnSpPr/>
          <p:nvPr/>
        </p:nvCxnSpPr>
        <p:spPr>
          <a:xfrm rot="5400000">
            <a:off x="3297077" y="514679"/>
            <a:ext cx="2231942" cy="0"/>
          </a:xfrm>
          <a:prstGeom prst="straightConnector1">
            <a:avLst/>
          </a:prstGeom>
          <a:noFill/>
          <a:ln w="19050" cap="flat" cmpd="sng">
            <a:solidFill>
              <a:srgbClr val="FFFFFF"/>
            </a:solidFill>
            <a:prstDash val="solid"/>
            <a:round/>
            <a:headEnd type="none" w="sm" len="sm"/>
            <a:tailEnd type="none" w="sm" len="sm"/>
          </a:ln>
        </p:spPr>
      </p:cxnSp>
      <p:cxnSp>
        <p:nvCxnSpPr>
          <p:cNvPr id="195" name="Google Shape;195;p8"/>
          <p:cNvCxnSpPr/>
          <p:nvPr/>
        </p:nvCxnSpPr>
        <p:spPr>
          <a:xfrm rot="10800000">
            <a:off x="-670310" y="1621125"/>
            <a:ext cx="19670481" cy="0"/>
          </a:xfrm>
          <a:prstGeom prst="straightConnector1">
            <a:avLst/>
          </a:prstGeom>
          <a:noFill/>
          <a:ln w="19050" cap="flat" cmpd="sng">
            <a:solidFill>
              <a:srgbClr val="000000"/>
            </a:solidFill>
            <a:prstDash val="solid"/>
            <a:round/>
            <a:headEnd type="none" w="sm" len="sm"/>
            <a:tailEnd type="none" w="sm" len="sm"/>
          </a:ln>
        </p:spPr>
      </p:cxnSp>
      <p:sp>
        <p:nvSpPr>
          <p:cNvPr id="196" name="Google Shape;196;p8"/>
          <p:cNvSpPr txBox="1"/>
          <p:nvPr/>
        </p:nvSpPr>
        <p:spPr>
          <a:xfrm>
            <a:off x="843686" y="1920799"/>
            <a:ext cx="10841063" cy="933289"/>
          </a:xfrm>
          <a:prstGeom prst="rect">
            <a:avLst/>
          </a:prstGeom>
          <a:noFill/>
          <a:ln>
            <a:noFill/>
          </a:ln>
        </p:spPr>
        <p:txBody>
          <a:bodyPr spcFirstLastPara="1" wrap="square" lIns="0" tIns="0" rIns="0" bIns="0" anchor="t" anchorCtr="0">
            <a:spAutoFit/>
          </a:bodyPr>
          <a:lstStyle/>
          <a:p>
            <a:pPr marL="0" marR="0" lvl="0" indent="0" algn="l" rtl="0">
              <a:lnSpc>
                <a:spcPct val="127005"/>
              </a:lnSpc>
              <a:spcBef>
                <a:spcPts val="0"/>
              </a:spcBef>
              <a:spcAft>
                <a:spcPts val="0"/>
              </a:spcAft>
              <a:buClr>
                <a:srgbClr val="000000"/>
              </a:buClr>
              <a:buSzPts val="5847"/>
              <a:buFont typeface="Arial"/>
              <a:buNone/>
            </a:pPr>
            <a:r>
              <a:rPr lang="en-US" sz="5847" b="0" i="0" u="none" strike="noStrike" cap="none" dirty="0">
                <a:solidFill>
                  <a:srgbClr val="000000"/>
                </a:solidFill>
                <a:latin typeface="Prompt Black"/>
                <a:ea typeface="Prompt Black"/>
                <a:cs typeface="Prompt Black"/>
                <a:sym typeface="Prompt Black"/>
              </a:rPr>
              <a:t>GENERAL OBJECTIVE</a:t>
            </a:r>
            <a:endParaRPr sz="1400" b="0" i="0" u="none" strike="noStrike" cap="none" dirty="0">
              <a:solidFill>
                <a:srgbClr val="000000"/>
              </a:solidFill>
              <a:latin typeface="Arial"/>
              <a:ea typeface="Arial"/>
              <a:cs typeface="Arial"/>
              <a:sym typeface="Arial"/>
            </a:endParaRPr>
          </a:p>
        </p:txBody>
      </p:sp>
      <p:sp>
        <p:nvSpPr>
          <p:cNvPr id="197" name="Google Shape;197;p8"/>
          <p:cNvSpPr txBox="1"/>
          <p:nvPr/>
        </p:nvSpPr>
        <p:spPr>
          <a:xfrm>
            <a:off x="1020622" y="2813867"/>
            <a:ext cx="16238678" cy="6980372"/>
          </a:xfrm>
          <a:prstGeom prst="rect">
            <a:avLst/>
          </a:prstGeom>
          <a:noFill/>
          <a:ln>
            <a:noFill/>
          </a:ln>
        </p:spPr>
        <p:txBody>
          <a:bodyPr spcFirstLastPara="1" wrap="square" lIns="0" tIns="0" rIns="0" bIns="0" anchor="t" anchorCtr="0">
            <a:spAutoFit/>
          </a:bodyPr>
          <a:lstStyle/>
          <a:p>
            <a:pPr marL="0" marR="0" lvl="0" indent="0" algn="just" rtl="0">
              <a:lnSpc>
                <a:spcPct val="140009"/>
              </a:lnSpc>
              <a:spcBef>
                <a:spcPts val="0"/>
              </a:spcBef>
              <a:spcAft>
                <a:spcPts val="0"/>
              </a:spcAft>
              <a:buClr>
                <a:srgbClr val="000000"/>
              </a:buClr>
              <a:buSzPts val="4399"/>
              <a:buFont typeface="Arial"/>
              <a:buNone/>
            </a:pPr>
            <a:r>
              <a:rPr lang="en-US" sz="5400" dirty="0">
                <a:latin typeface="Nunito Sans ExtraLight" pitchFamily="2" charset="0"/>
              </a:rPr>
              <a:t>To design, develop, and implement an </a:t>
            </a:r>
            <a:r>
              <a:rPr lang="en-US" sz="5400" b="1" dirty="0">
                <a:latin typeface="Nunito Sans ExtraLight" pitchFamily="2" charset="0"/>
              </a:rPr>
              <a:t>RFID and QR-Code Integrated Library Management System</a:t>
            </a:r>
            <a:r>
              <a:rPr lang="en-US" sz="5400" dirty="0">
                <a:latin typeface="Nunito Sans ExtraLight" pitchFamily="2" charset="0"/>
              </a:rPr>
              <a:t> for </a:t>
            </a:r>
            <a:r>
              <a:rPr lang="en-US" sz="5400" i="1" dirty="0">
                <a:latin typeface="Nunito Sans ExtraLight" pitchFamily="2" charset="0"/>
              </a:rPr>
              <a:t>St. Cecilia’s College – Cebu, Inc.</a:t>
            </a:r>
            <a:r>
              <a:rPr lang="en-US" sz="5400" dirty="0">
                <a:latin typeface="Nunito Sans ExtraLight" pitchFamily="2" charset="0"/>
              </a:rPr>
              <a:t> that automates book borrowing and returning, streamlines inventory management, and enhances security and user experience within the library.</a:t>
            </a:r>
            <a:endParaRPr sz="1400" b="0" i="0" u="none" strike="noStrike" cap="none" dirty="0">
              <a:solidFill>
                <a:srgbClr val="000000"/>
              </a:solidFill>
              <a:latin typeface="Nunito Sans ExtraLight" pitchFamily="2" charset="0"/>
              <a:sym typeface="Arial"/>
            </a:endParaRPr>
          </a:p>
        </p:txBody>
      </p:sp>
      <p:sp>
        <p:nvSpPr>
          <p:cNvPr id="198" name="Google Shape;198;p8"/>
          <p:cNvSpPr txBox="1"/>
          <p:nvPr/>
        </p:nvSpPr>
        <p:spPr>
          <a:xfrm>
            <a:off x="666750" y="475979"/>
            <a:ext cx="3117648" cy="605028"/>
          </a:xfrm>
          <a:prstGeom prst="rect">
            <a:avLst/>
          </a:prstGeom>
          <a:noFill/>
          <a:ln>
            <a:noFill/>
          </a:ln>
        </p:spPr>
        <p:txBody>
          <a:bodyPr spcFirstLastPara="1" wrap="square" lIns="0" tIns="0" rIns="0" bIns="0" anchor="t" anchorCtr="0">
            <a:spAutoFit/>
          </a:bodyPr>
          <a:lstStyle/>
          <a:p>
            <a:pPr marL="0" marR="0" lvl="0" indent="0" algn="l" rtl="0">
              <a:lnSpc>
                <a:spcPct val="140039"/>
              </a:lnSpc>
              <a:spcBef>
                <a:spcPts val="0"/>
              </a:spcBef>
              <a:spcAft>
                <a:spcPts val="0"/>
              </a:spcAft>
              <a:buClr>
                <a:srgbClr val="000000"/>
              </a:buClr>
              <a:buSzPts val="3554"/>
              <a:buFont typeface="Arial"/>
              <a:buNone/>
            </a:pPr>
            <a:r>
              <a:rPr lang="en-US" sz="3554" b="1" i="0" u="none" strike="noStrike" cap="none">
                <a:solidFill>
                  <a:srgbClr val="FFFFFF"/>
                </a:solidFill>
                <a:latin typeface="Nunito Sans"/>
                <a:ea typeface="Nunito Sans"/>
                <a:cs typeface="Nunito Sans"/>
                <a:sym typeface="Nunito Sans"/>
              </a:rPr>
              <a:t>Cecilian Portal</a:t>
            </a:r>
            <a:endParaRPr sz="1400" b="0" i="0" u="none" strike="noStrike" cap="none">
              <a:solidFill>
                <a:srgbClr val="000000"/>
              </a:solidFill>
              <a:latin typeface="Arial"/>
              <a:ea typeface="Arial"/>
              <a:cs typeface="Arial"/>
              <a:sym typeface="Arial"/>
            </a:endParaRPr>
          </a:p>
        </p:txBody>
      </p:sp>
      <p:sp>
        <p:nvSpPr>
          <p:cNvPr id="199" name="Google Shape;199;p8"/>
          <p:cNvSpPr txBox="1"/>
          <p:nvPr/>
        </p:nvSpPr>
        <p:spPr>
          <a:xfrm>
            <a:off x="11380120" y="594280"/>
            <a:ext cx="2443433" cy="406527"/>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Clr>
                <a:srgbClr val="000000"/>
              </a:buClr>
              <a:buSzPts val="2370"/>
              <a:buFont typeface="Arial"/>
              <a:buNone/>
            </a:pPr>
            <a:r>
              <a:rPr lang="en-US" sz="2370" b="0" i="0" u="none" strike="noStrike" cap="none">
                <a:solidFill>
                  <a:srgbClr val="FFFFFF"/>
                </a:solidFill>
                <a:latin typeface="Nunito Sans ExtraLight"/>
                <a:ea typeface="Nunito Sans ExtraLight"/>
                <a:cs typeface="Nunito Sans ExtraLight"/>
                <a:sym typeface="Nunito Sans ExtraLight"/>
              </a:rPr>
              <a:t>System Design</a:t>
            </a:r>
            <a:endParaRPr sz="1400" b="0" i="0" u="none" strike="noStrike" cap="none">
              <a:solidFill>
                <a:srgbClr val="000000"/>
              </a:solidFill>
              <a:latin typeface="Arial"/>
              <a:ea typeface="Arial"/>
              <a:cs typeface="Arial"/>
              <a:sym typeface="Arial"/>
            </a:endParaRPr>
          </a:p>
        </p:txBody>
      </p:sp>
      <p:sp>
        <p:nvSpPr>
          <p:cNvPr id="200" name="Google Shape;200;p8"/>
          <p:cNvSpPr txBox="1"/>
          <p:nvPr/>
        </p:nvSpPr>
        <p:spPr>
          <a:xfrm>
            <a:off x="9235533" y="584755"/>
            <a:ext cx="1737007" cy="406527"/>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Clr>
                <a:srgbClr val="000000"/>
              </a:buClr>
              <a:buSzPts val="2370"/>
              <a:buFont typeface="Arial"/>
              <a:buNone/>
            </a:pPr>
            <a:r>
              <a:rPr lang="en-US" sz="2370" b="0" i="0" u="none" strike="noStrike" cap="none">
                <a:solidFill>
                  <a:srgbClr val="FFFFFF"/>
                </a:solidFill>
                <a:latin typeface="Nunito Sans ExtraLight"/>
                <a:ea typeface="Nunito Sans ExtraLight"/>
                <a:cs typeface="Nunito Sans ExtraLight"/>
                <a:sym typeface="Nunito Sans ExtraLight"/>
              </a:rPr>
              <a:t>Methodology</a:t>
            </a:r>
            <a:endParaRPr sz="1400" b="0" i="0" u="none" strike="noStrike" cap="none">
              <a:solidFill>
                <a:srgbClr val="000000"/>
              </a:solidFill>
              <a:latin typeface="Arial"/>
              <a:ea typeface="Arial"/>
              <a:cs typeface="Arial"/>
              <a:sym typeface="Arial"/>
            </a:endParaRPr>
          </a:p>
        </p:txBody>
      </p:sp>
      <p:sp>
        <p:nvSpPr>
          <p:cNvPr id="201" name="Google Shape;201;p8"/>
          <p:cNvSpPr txBox="1"/>
          <p:nvPr/>
        </p:nvSpPr>
        <p:spPr>
          <a:xfrm>
            <a:off x="4896349" y="584755"/>
            <a:ext cx="1984659" cy="406527"/>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Clr>
                <a:srgbClr val="000000"/>
              </a:buClr>
              <a:buSzPts val="2370"/>
              <a:buFont typeface="Arial"/>
              <a:buNone/>
            </a:pPr>
            <a:r>
              <a:rPr lang="en-US" sz="2370" b="0" i="0" u="none" strike="noStrike" cap="none">
                <a:solidFill>
                  <a:srgbClr val="FFFFFF"/>
                </a:solidFill>
                <a:latin typeface="Nunito Sans ExtraLight"/>
                <a:ea typeface="Nunito Sans ExtraLight"/>
                <a:cs typeface="Nunito Sans ExtraLight"/>
                <a:sym typeface="Nunito Sans ExtraLight"/>
              </a:rPr>
              <a:t>Introduction</a:t>
            </a:r>
            <a:endParaRPr sz="1400" b="0" i="0" u="none" strike="noStrike" cap="none">
              <a:solidFill>
                <a:srgbClr val="000000"/>
              </a:solidFill>
              <a:latin typeface="Arial"/>
              <a:ea typeface="Arial"/>
              <a:cs typeface="Arial"/>
              <a:sym typeface="Arial"/>
            </a:endParaRPr>
          </a:p>
        </p:txBody>
      </p:sp>
      <p:sp>
        <p:nvSpPr>
          <p:cNvPr id="202" name="Google Shape;202;p8"/>
          <p:cNvSpPr txBox="1"/>
          <p:nvPr/>
        </p:nvSpPr>
        <p:spPr>
          <a:xfrm>
            <a:off x="14098165" y="603805"/>
            <a:ext cx="2748483" cy="406527"/>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Clr>
                <a:srgbClr val="000000"/>
              </a:buClr>
              <a:buSzPts val="2370"/>
              <a:buFont typeface="Arial"/>
              <a:buNone/>
            </a:pPr>
            <a:r>
              <a:rPr lang="en-US" sz="2370" b="0" i="0" u="none" strike="noStrike" cap="none">
                <a:solidFill>
                  <a:srgbClr val="FFFFFF"/>
                </a:solidFill>
                <a:latin typeface="Nunito Sans ExtraLight"/>
                <a:ea typeface="Nunito Sans ExtraLight"/>
                <a:cs typeface="Nunito Sans ExtraLight"/>
                <a:sym typeface="Nunito Sans ExtraLight"/>
              </a:rPr>
              <a:t>Evaluating &amp; Testing</a:t>
            </a:r>
            <a:endParaRPr sz="1400" b="0" i="0" u="none" strike="noStrike" cap="none">
              <a:solidFill>
                <a:srgbClr val="000000"/>
              </a:solidFill>
              <a:latin typeface="Arial"/>
              <a:ea typeface="Arial"/>
              <a:cs typeface="Arial"/>
              <a:sym typeface="Arial"/>
            </a:endParaRPr>
          </a:p>
        </p:txBody>
      </p:sp>
      <p:sp>
        <p:nvSpPr>
          <p:cNvPr id="203" name="Google Shape;203;p8"/>
          <p:cNvSpPr/>
          <p:nvPr/>
        </p:nvSpPr>
        <p:spPr>
          <a:xfrm>
            <a:off x="17259300" y="542654"/>
            <a:ext cx="546702" cy="546702"/>
          </a:xfrm>
          <a:custGeom>
            <a:avLst/>
            <a:gdLst/>
            <a:ahLst/>
            <a:cxnLst/>
            <a:rect l="l" t="t" r="r" b="b"/>
            <a:pathLst>
              <a:path w="546702" h="546702" extrusionOk="0">
                <a:moveTo>
                  <a:pt x="0" y="0"/>
                </a:moveTo>
                <a:lnTo>
                  <a:pt x="546702" y="0"/>
                </a:lnTo>
                <a:lnTo>
                  <a:pt x="546702" y="546702"/>
                </a:lnTo>
                <a:lnTo>
                  <a:pt x="0" y="546702"/>
                </a:lnTo>
                <a:lnTo>
                  <a:pt x="0" y="0"/>
                </a:lnTo>
                <a:close/>
              </a:path>
            </a:pathLst>
          </a:custGeom>
          <a:blipFill rotWithShape="1">
            <a:blip r:embed="rId3">
              <a:alphaModFix/>
            </a:blip>
            <a:stretch>
              <a:fillRect/>
            </a:stretch>
          </a:blipFill>
          <a:ln>
            <a:noFill/>
          </a:ln>
        </p:spPr>
      </p:sp>
      <p:sp>
        <p:nvSpPr>
          <p:cNvPr id="204" name="Google Shape;204;p8"/>
          <p:cNvSpPr txBox="1"/>
          <p:nvPr/>
        </p:nvSpPr>
        <p:spPr>
          <a:xfrm>
            <a:off x="7176992" y="584755"/>
            <a:ext cx="1641437" cy="423193"/>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Clr>
                <a:srgbClr val="000000"/>
              </a:buClr>
              <a:buSzPts val="2370"/>
              <a:buFont typeface="Arial"/>
              <a:buNone/>
            </a:pPr>
            <a:r>
              <a:rPr lang="en-US" sz="2370" b="0" i="0" u="none" strike="noStrike" cap="none">
                <a:solidFill>
                  <a:srgbClr val="FFFFFF"/>
                </a:solidFill>
                <a:latin typeface="Nunito Sans ExtraLight"/>
                <a:ea typeface="Nunito Sans ExtraLight"/>
                <a:cs typeface="Nunito Sans ExtraLight"/>
                <a:sym typeface="Nunito Sans ExtraLight"/>
              </a:rPr>
              <a:t>Literatures</a:t>
            </a:r>
            <a:endParaRPr sz="2370" b="0" i="0" u="none" strike="noStrike" cap="none">
              <a:solidFill>
                <a:srgbClr val="FFFFFF"/>
              </a:solidFill>
              <a:latin typeface="Nunito Sans ExtraLight"/>
              <a:ea typeface="Nunito Sans ExtraLight"/>
              <a:cs typeface="Nunito Sans ExtraLight"/>
              <a:sym typeface="Nunito Sans ExtraLight"/>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08"/>
        <p:cNvGrpSpPr/>
        <p:nvPr/>
      </p:nvGrpSpPr>
      <p:grpSpPr>
        <a:xfrm>
          <a:off x="0" y="0"/>
          <a:ext cx="0" cy="0"/>
          <a:chOff x="0" y="0"/>
          <a:chExt cx="0" cy="0"/>
        </a:xfrm>
      </p:grpSpPr>
      <p:grpSp>
        <p:nvGrpSpPr>
          <p:cNvPr id="209" name="Google Shape;209;p9"/>
          <p:cNvGrpSpPr/>
          <p:nvPr/>
        </p:nvGrpSpPr>
        <p:grpSpPr>
          <a:xfrm>
            <a:off x="-670310" y="-736428"/>
            <a:ext cx="19670481" cy="2376603"/>
            <a:chOff x="0" y="-38100"/>
            <a:chExt cx="5180703" cy="625937"/>
          </a:xfrm>
        </p:grpSpPr>
        <p:sp>
          <p:nvSpPr>
            <p:cNvPr id="210" name="Google Shape;210;p9"/>
            <p:cNvSpPr/>
            <p:nvPr/>
          </p:nvSpPr>
          <p:spPr>
            <a:xfrm>
              <a:off x="0" y="0"/>
              <a:ext cx="5180703" cy="587837"/>
            </a:xfrm>
            <a:custGeom>
              <a:avLst/>
              <a:gdLst/>
              <a:ahLst/>
              <a:cxnLst/>
              <a:rect l="l" t="t" r="r" b="b"/>
              <a:pathLst>
                <a:path w="5180703" h="587837" extrusionOk="0">
                  <a:moveTo>
                    <a:pt x="0" y="0"/>
                  </a:moveTo>
                  <a:lnTo>
                    <a:pt x="5180703" y="0"/>
                  </a:lnTo>
                  <a:lnTo>
                    <a:pt x="5180703" y="587837"/>
                  </a:lnTo>
                  <a:lnTo>
                    <a:pt x="0" y="587837"/>
                  </a:lnTo>
                  <a:close/>
                </a:path>
              </a:pathLst>
            </a:custGeom>
            <a:solidFill>
              <a:srgbClr val="790A0A"/>
            </a:solidFill>
            <a:ln>
              <a:noFill/>
            </a:ln>
          </p:spPr>
        </p:sp>
        <p:sp>
          <p:nvSpPr>
            <p:cNvPr id="211" name="Google Shape;211;p9"/>
            <p:cNvSpPr txBox="1"/>
            <p:nvPr/>
          </p:nvSpPr>
          <p:spPr>
            <a:xfrm>
              <a:off x="0" y="-38100"/>
              <a:ext cx="5180703" cy="625937"/>
            </a:xfrm>
            <a:prstGeom prst="rect">
              <a:avLst/>
            </a:prstGeom>
            <a:noFill/>
            <a:ln>
              <a:noFill/>
            </a:ln>
          </p:spPr>
          <p:txBody>
            <a:bodyPr spcFirstLastPara="1" wrap="square" lIns="50800" tIns="50800" rIns="50800" bIns="50800" anchor="ctr" anchorCtr="0">
              <a:noAutofit/>
            </a:bodyPr>
            <a:lstStyle/>
            <a:p>
              <a:pPr marL="0" marR="0" lvl="0" indent="0" algn="ctr" rtl="0">
                <a:lnSpc>
                  <a:spcPct val="147722"/>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grpSp>
      <p:grpSp>
        <p:nvGrpSpPr>
          <p:cNvPr id="212" name="Google Shape;212;p9"/>
          <p:cNvGrpSpPr/>
          <p:nvPr/>
        </p:nvGrpSpPr>
        <p:grpSpPr>
          <a:xfrm>
            <a:off x="-580047" y="9794239"/>
            <a:ext cx="19489954" cy="1158047"/>
            <a:chOff x="0" y="-38100"/>
            <a:chExt cx="5133157" cy="305000"/>
          </a:xfrm>
        </p:grpSpPr>
        <p:sp>
          <p:nvSpPr>
            <p:cNvPr id="213" name="Google Shape;213;p9"/>
            <p:cNvSpPr/>
            <p:nvPr/>
          </p:nvSpPr>
          <p:spPr>
            <a:xfrm>
              <a:off x="0" y="0"/>
              <a:ext cx="5133157" cy="266900"/>
            </a:xfrm>
            <a:custGeom>
              <a:avLst/>
              <a:gdLst/>
              <a:ahLst/>
              <a:cxnLst/>
              <a:rect l="l" t="t" r="r" b="b"/>
              <a:pathLst>
                <a:path w="5133157" h="266900" extrusionOk="0">
                  <a:moveTo>
                    <a:pt x="0" y="0"/>
                  </a:moveTo>
                  <a:lnTo>
                    <a:pt x="5133157" y="0"/>
                  </a:lnTo>
                  <a:lnTo>
                    <a:pt x="5133157" y="266900"/>
                  </a:lnTo>
                  <a:lnTo>
                    <a:pt x="0" y="266900"/>
                  </a:lnTo>
                  <a:close/>
                </a:path>
              </a:pathLst>
            </a:custGeom>
            <a:solidFill>
              <a:srgbClr val="790A0A"/>
            </a:solidFill>
            <a:ln>
              <a:noFill/>
            </a:ln>
          </p:spPr>
        </p:sp>
        <p:sp>
          <p:nvSpPr>
            <p:cNvPr id="214" name="Google Shape;214;p9"/>
            <p:cNvSpPr txBox="1"/>
            <p:nvPr/>
          </p:nvSpPr>
          <p:spPr>
            <a:xfrm>
              <a:off x="0" y="-38100"/>
              <a:ext cx="5133157" cy="305000"/>
            </a:xfrm>
            <a:prstGeom prst="rect">
              <a:avLst/>
            </a:prstGeom>
            <a:noFill/>
            <a:ln>
              <a:noFill/>
            </a:ln>
          </p:spPr>
          <p:txBody>
            <a:bodyPr spcFirstLastPara="1" wrap="square" lIns="50800" tIns="50800" rIns="50800" bIns="50800" anchor="ctr" anchorCtr="0">
              <a:noAutofit/>
            </a:bodyPr>
            <a:lstStyle/>
            <a:p>
              <a:pPr marL="0" marR="0" lvl="0" indent="0" algn="ctr" rtl="0">
                <a:lnSpc>
                  <a:spcPct val="147722"/>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grpSp>
      <p:cxnSp>
        <p:nvCxnSpPr>
          <p:cNvPr id="215" name="Google Shape;215;p9"/>
          <p:cNvCxnSpPr/>
          <p:nvPr/>
        </p:nvCxnSpPr>
        <p:spPr>
          <a:xfrm rot="5400000">
            <a:off x="3297077" y="514679"/>
            <a:ext cx="2231942" cy="0"/>
          </a:xfrm>
          <a:prstGeom prst="straightConnector1">
            <a:avLst/>
          </a:prstGeom>
          <a:noFill/>
          <a:ln w="19050" cap="flat" cmpd="sng">
            <a:solidFill>
              <a:srgbClr val="FFFFFF"/>
            </a:solidFill>
            <a:prstDash val="solid"/>
            <a:round/>
            <a:headEnd type="none" w="sm" len="sm"/>
            <a:tailEnd type="none" w="sm" len="sm"/>
          </a:ln>
        </p:spPr>
      </p:cxnSp>
      <p:cxnSp>
        <p:nvCxnSpPr>
          <p:cNvPr id="216" name="Google Shape;216;p9"/>
          <p:cNvCxnSpPr/>
          <p:nvPr/>
        </p:nvCxnSpPr>
        <p:spPr>
          <a:xfrm rot="10800000">
            <a:off x="-670310" y="1621125"/>
            <a:ext cx="19670481" cy="0"/>
          </a:xfrm>
          <a:prstGeom prst="straightConnector1">
            <a:avLst/>
          </a:prstGeom>
          <a:noFill/>
          <a:ln w="19050" cap="flat" cmpd="sng">
            <a:solidFill>
              <a:srgbClr val="000000"/>
            </a:solidFill>
            <a:prstDash val="solid"/>
            <a:round/>
            <a:headEnd type="none" w="sm" len="sm"/>
            <a:tailEnd type="none" w="sm" len="sm"/>
          </a:ln>
        </p:spPr>
      </p:cxnSp>
      <p:sp>
        <p:nvSpPr>
          <p:cNvPr id="218" name="Google Shape;218;p9"/>
          <p:cNvSpPr txBox="1"/>
          <p:nvPr/>
        </p:nvSpPr>
        <p:spPr>
          <a:xfrm>
            <a:off x="666750" y="475979"/>
            <a:ext cx="3117648" cy="605028"/>
          </a:xfrm>
          <a:prstGeom prst="rect">
            <a:avLst/>
          </a:prstGeom>
          <a:noFill/>
          <a:ln>
            <a:noFill/>
          </a:ln>
        </p:spPr>
        <p:txBody>
          <a:bodyPr spcFirstLastPara="1" wrap="square" lIns="0" tIns="0" rIns="0" bIns="0" anchor="t" anchorCtr="0">
            <a:spAutoFit/>
          </a:bodyPr>
          <a:lstStyle/>
          <a:p>
            <a:pPr marL="0" marR="0" lvl="0" indent="0" algn="l" rtl="0">
              <a:lnSpc>
                <a:spcPct val="140039"/>
              </a:lnSpc>
              <a:spcBef>
                <a:spcPts val="0"/>
              </a:spcBef>
              <a:spcAft>
                <a:spcPts val="0"/>
              </a:spcAft>
              <a:buClr>
                <a:srgbClr val="000000"/>
              </a:buClr>
              <a:buSzPts val="3554"/>
              <a:buFont typeface="Arial"/>
              <a:buNone/>
            </a:pPr>
            <a:r>
              <a:rPr lang="en-US" sz="3554" b="1" i="0" u="none" strike="noStrike" cap="none">
                <a:solidFill>
                  <a:srgbClr val="FFFFFF"/>
                </a:solidFill>
                <a:latin typeface="Nunito Sans"/>
                <a:ea typeface="Nunito Sans"/>
                <a:cs typeface="Nunito Sans"/>
                <a:sym typeface="Nunito Sans"/>
              </a:rPr>
              <a:t>Cecilian Portal</a:t>
            </a:r>
            <a:endParaRPr sz="1400" b="0" i="0" u="none" strike="noStrike" cap="none">
              <a:solidFill>
                <a:srgbClr val="000000"/>
              </a:solidFill>
              <a:latin typeface="Arial"/>
              <a:ea typeface="Arial"/>
              <a:cs typeface="Arial"/>
              <a:sym typeface="Arial"/>
            </a:endParaRPr>
          </a:p>
        </p:txBody>
      </p:sp>
      <p:sp>
        <p:nvSpPr>
          <p:cNvPr id="219" name="Google Shape;219;p9"/>
          <p:cNvSpPr txBox="1"/>
          <p:nvPr/>
        </p:nvSpPr>
        <p:spPr>
          <a:xfrm>
            <a:off x="843686" y="2135475"/>
            <a:ext cx="10841063" cy="933289"/>
          </a:xfrm>
          <a:prstGeom prst="rect">
            <a:avLst/>
          </a:prstGeom>
          <a:noFill/>
          <a:ln>
            <a:noFill/>
          </a:ln>
        </p:spPr>
        <p:txBody>
          <a:bodyPr spcFirstLastPara="1" wrap="square" lIns="0" tIns="0" rIns="0" bIns="0" anchor="t" anchorCtr="0">
            <a:spAutoFit/>
          </a:bodyPr>
          <a:lstStyle/>
          <a:p>
            <a:pPr marL="0" marR="0" lvl="0" indent="0" algn="l" rtl="0">
              <a:lnSpc>
                <a:spcPct val="127005"/>
              </a:lnSpc>
              <a:spcBef>
                <a:spcPts val="0"/>
              </a:spcBef>
              <a:spcAft>
                <a:spcPts val="0"/>
              </a:spcAft>
              <a:buClr>
                <a:srgbClr val="000000"/>
              </a:buClr>
              <a:buSzPts val="5847"/>
              <a:buFont typeface="Arial"/>
              <a:buNone/>
            </a:pPr>
            <a:r>
              <a:rPr lang="en-US" sz="5847" b="0" i="0" u="none" strike="noStrike" cap="none">
                <a:solidFill>
                  <a:srgbClr val="000000"/>
                </a:solidFill>
                <a:latin typeface="Prompt Black"/>
                <a:ea typeface="Prompt Black"/>
                <a:cs typeface="Prompt Black"/>
                <a:sym typeface="Prompt Black"/>
              </a:rPr>
              <a:t>SPECIFIC OBJECTIVE</a:t>
            </a:r>
            <a:endParaRPr sz="1400" b="0" i="0" u="none" strike="noStrike" cap="none">
              <a:solidFill>
                <a:srgbClr val="000000"/>
              </a:solidFill>
              <a:latin typeface="Arial"/>
              <a:ea typeface="Arial"/>
              <a:cs typeface="Arial"/>
              <a:sym typeface="Arial"/>
            </a:endParaRPr>
          </a:p>
        </p:txBody>
      </p:sp>
      <p:sp>
        <p:nvSpPr>
          <p:cNvPr id="220" name="Google Shape;220;p9"/>
          <p:cNvSpPr txBox="1"/>
          <p:nvPr/>
        </p:nvSpPr>
        <p:spPr>
          <a:xfrm>
            <a:off x="11380120" y="594280"/>
            <a:ext cx="2443433" cy="406527"/>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Clr>
                <a:srgbClr val="000000"/>
              </a:buClr>
              <a:buSzPts val="2370"/>
              <a:buFont typeface="Arial"/>
              <a:buNone/>
            </a:pPr>
            <a:r>
              <a:rPr lang="en-US" sz="2370" b="0" i="0" u="none" strike="noStrike" cap="none">
                <a:solidFill>
                  <a:srgbClr val="FFFFFF"/>
                </a:solidFill>
                <a:latin typeface="Nunito Sans ExtraLight"/>
                <a:ea typeface="Nunito Sans ExtraLight"/>
                <a:cs typeface="Nunito Sans ExtraLight"/>
                <a:sym typeface="Nunito Sans ExtraLight"/>
              </a:rPr>
              <a:t>System Design</a:t>
            </a:r>
            <a:endParaRPr sz="1400" b="0" i="0" u="none" strike="noStrike" cap="none">
              <a:solidFill>
                <a:srgbClr val="000000"/>
              </a:solidFill>
              <a:latin typeface="Arial"/>
              <a:ea typeface="Arial"/>
              <a:cs typeface="Arial"/>
              <a:sym typeface="Arial"/>
            </a:endParaRPr>
          </a:p>
        </p:txBody>
      </p:sp>
      <p:sp>
        <p:nvSpPr>
          <p:cNvPr id="221" name="Google Shape;221;p9"/>
          <p:cNvSpPr txBox="1"/>
          <p:nvPr/>
        </p:nvSpPr>
        <p:spPr>
          <a:xfrm>
            <a:off x="9235533" y="584755"/>
            <a:ext cx="1737007" cy="406527"/>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Clr>
                <a:srgbClr val="000000"/>
              </a:buClr>
              <a:buSzPts val="2370"/>
              <a:buFont typeface="Arial"/>
              <a:buNone/>
            </a:pPr>
            <a:r>
              <a:rPr lang="en-US" sz="2370" b="0" i="0" u="none" strike="noStrike" cap="none">
                <a:solidFill>
                  <a:srgbClr val="FFFFFF"/>
                </a:solidFill>
                <a:latin typeface="Nunito Sans ExtraLight"/>
                <a:ea typeface="Nunito Sans ExtraLight"/>
                <a:cs typeface="Nunito Sans ExtraLight"/>
                <a:sym typeface="Nunito Sans ExtraLight"/>
              </a:rPr>
              <a:t>Methodology</a:t>
            </a:r>
            <a:endParaRPr sz="1400" b="0" i="0" u="none" strike="noStrike" cap="none">
              <a:solidFill>
                <a:srgbClr val="000000"/>
              </a:solidFill>
              <a:latin typeface="Arial"/>
              <a:ea typeface="Arial"/>
              <a:cs typeface="Arial"/>
              <a:sym typeface="Arial"/>
            </a:endParaRPr>
          </a:p>
        </p:txBody>
      </p:sp>
      <p:sp>
        <p:nvSpPr>
          <p:cNvPr id="222" name="Google Shape;222;p9"/>
          <p:cNvSpPr txBox="1"/>
          <p:nvPr/>
        </p:nvSpPr>
        <p:spPr>
          <a:xfrm>
            <a:off x="4896349" y="584755"/>
            <a:ext cx="1984659" cy="406527"/>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Clr>
                <a:srgbClr val="000000"/>
              </a:buClr>
              <a:buSzPts val="2370"/>
              <a:buFont typeface="Arial"/>
              <a:buNone/>
            </a:pPr>
            <a:r>
              <a:rPr lang="en-US" sz="2370" b="0" i="0" u="none" strike="noStrike" cap="none">
                <a:solidFill>
                  <a:srgbClr val="FFFFFF"/>
                </a:solidFill>
                <a:latin typeface="Nunito Sans ExtraLight"/>
                <a:ea typeface="Nunito Sans ExtraLight"/>
                <a:cs typeface="Nunito Sans ExtraLight"/>
                <a:sym typeface="Nunito Sans ExtraLight"/>
              </a:rPr>
              <a:t>Introduction</a:t>
            </a:r>
            <a:endParaRPr sz="1400" b="0" i="0" u="none" strike="noStrike" cap="none">
              <a:solidFill>
                <a:srgbClr val="000000"/>
              </a:solidFill>
              <a:latin typeface="Arial"/>
              <a:ea typeface="Arial"/>
              <a:cs typeface="Arial"/>
              <a:sym typeface="Arial"/>
            </a:endParaRPr>
          </a:p>
        </p:txBody>
      </p:sp>
      <p:sp>
        <p:nvSpPr>
          <p:cNvPr id="223" name="Google Shape;223;p9"/>
          <p:cNvSpPr txBox="1"/>
          <p:nvPr/>
        </p:nvSpPr>
        <p:spPr>
          <a:xfrm>
            <a:off x="14098165" y="603805"/>
            <a:ext cx="2748483" cy="406527"/>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Clr>
                <a:srgbClr val="000000"/>
              </a:buClr>
              <a:buSzPts val="2370"/>
              <a:buFont typeface="Arial"/>
              <a:buNone/>
            </a:pPr>
            <a:r>
              <a:rPr lang="en-US" sz="2370" b="0" i="0" u="none" strike="noStrike" cap="none">
                <a:solidFill>
                  <a:srgbClr val="FFFFFF"/>
                </a:solidFill>
                <a:latin typeface="Nunito Sans ExtraLight"/>
                <a:ea typeface="Nunito Sans ExtraLight"/>
                <a:cs typeface="Nunito Sans ExtraLight"/>
                <a:sym typeface="Nunito Sans ExtraLight"/>
              </a:rPr>
              <a:t>Evaluating &amp; Testing</a:t>
            </a:r>
            <a:endParaRPr sz="1400" b="0" i="0" u="none" strike="noStrike" cap="none">
              <a:solidFill>
                <a:srgbClr val="000000"/>
              </a:solidFill>
              <a:latin typeface="Arial"/>
              <a:ea typeface="Arial"/>
              <a:cs typeface="Arial"/>
              <a:sym typeface="Arial"/>
            </a:endParaRPr>
          </a:p>
        </p:txBody>
      </p:sp>
      <p:sp>
        <p:nvSpPr>
          <p:cNvPr id="224" name="Google Shape;224;p9"/>
          <p:cNvSpPr/>
          <p:nvPr/>
        </p:nvSpPr>
        <p:spPr>
          <a:xfrm>
            <a:off x="17265748" y="542654"/>
            <a:ext cx="546702" cy="546702"/>
          </a:xfrm>
          <a:custGeom>
            <a:avLst/>
            <a:gdLst/>
            <a:ahLst/>
            <a:cxnLst/>
            <a:rect l="l" t="t" r="r" b="b"/>
            <a:pathLst>
              <a:path w="546702" h="546702" extrusionOk="0">
                <a:moveTo>
                  <a:pt x="0" y="0"/>
                </a:moveTo>
                <a:lnTo>
                  <a:pt x="546702" y="0"/>
                </a:lnTo>
                <a:lnTo>
                  <a:pt x="546702" y="546702"/>
                </a:lnTo>
                <a:lnTo>
                  <a:pt x="0" y="546702"/>
                </a:lnTo>
                <a:lnTo>
                  <a:pt x="0" y="0"/>
                </a:lnTo>
                <a:close/>
              </a:path>
            </a:pathLst>
          </a:custGeom>
          <a:blipFill rotWithShape="1">
            <a:blip r:embed="rId3">
              <a:alphaModFix/>
            </a:blip>
            <a:stretch>
              <a:fillRect/>
            </a:stretch>
          </a:blipFill>
          <a:ln>
            <a:noFill/>
          </a:ln>
        </p:spPr>
      </p:sp>
      <p:sp>
        <p:nvSpPr>
          <p:cNvPr id="225" name="Google Shape;225;p9"/>
          <p:cNvSpPr txBox="1"/>
          <p:nvPr/>
        </p:nvSpPr>
        <p:spPr>
          <a:xfrm>
            <a:off x="7176992" y="584755"/>
            <a:ext cx="1641437" cy="423193"/>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Clr>
                <a:srgbClr val="000000"/>
              </a:buClr>
              <a:buSzPts val="2370"/>
              <a:buFont typeface="Arial"/>
              <a:buNone/>
            </a:pPr>
            <a:r>
              <a:rPr lang="en-US" sz="2370" b="0" i="0" u="none" strike="noStrike" cap="none">
                <a:solidFill>
                  <a:srgbClr val="FFFFFF"/>
                </a:solidFill>
                <a:latin typeface="Nunito Sans ExtraLight"/>
                <a:ea typeface="Nunito Sans ExtraLight"/>
                <a:cs typeface="Nunito Sans ExtraLight"/>
                <a:sym typeface="Nunito Sans ExtraLight"/>
              </a:rPr>
              <a:t>Literatures</a:t>
            </a:r>
            <a:endParaRPr sz="2370" b="0" i="0" u="none" strike="noStrike" cap="none">
              <a:solidFill>
                <a:srgbClr val="FFFFFF"/>
              </a:solidFill>
              <a:latin typeface="Nunito Sans ExtraLight"/>
              <a:ea typeface="Nunito Sans ExtraLight"/>
              <a:cs typeface="Nunito Sans ExtraLight"/>
              <a:sym typeface="Nunito Sans ExtraLight"/>
            </a:endParaRPr>
          </a:p>
        </p:txBody>
      </p:sp>
      <p:sp>
        <p:nvSpPr>
          <p:cNvPr id="4" name="Rectangle 3">
            <a:extLst>
              <a:ext uri="{FF2B5EF4-FFF2-40B4-BE49-F238E27FC236}">
                <a16:creationId xmlns:a16="http://schemas.microsoft.com/office/drawing/2014/main" id="{568F42E7-341B-72CB-92EC-17ED2D29A15F}"/>
              </a:ext>
            </a:extLst>
          </p:cNvPr>
          <p:cNvSpPr>
            <a:spLocks noChangeArrowheads="1"/>
          </p:cNvSpPr>
          <p:nvPr/>
        </p:nvSpPr>
        <p:spPr bwMode="auto">
          <a:xfrm>
            <a:off x="768574" y="3929217"/>
            <a:ext cx="16792712" cy="48320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4400" b="1" i="0" u="none" strike="noStrike" cap="none" normalizeH="0" baseline="0" dirty="0">
                <a:ln>
                  <a:noFill/>
                </a:ln>
                <a:solidFill>
                  <a:schemeClr val="tx1"/>
                </a:solidFill>
                <a:effectLst/>
                <a:latin typeface="Nunito Sans ExtraLight" pitchFamily="2" charset="0"/>
              </a:rPr>
              <a:t>To determine the feasibility</a:t>
            </a:r>
            <a:r>
              <a:rPr kumimoji="0" lang="en-US" altLang="en-US" sz="4400" b="0" i="0" u="none" strike="noStrike" cap="none" normalizeH="0" baseline="0" dirty="0">
                <a:ln>
                  <a:noFill/>
                </a:ln>
                <a:solidFill>
                  <a:schemeClr val="tx1"/>
                </a:solidFill>
                <a:effectLst/>
                <a:latin typeface="Nunito Sans ExtraLight" pitchFamily="2" charset="0"/>
              </a:rPr>
              <a:t> of implementing an integrated RFID and QR-Code system in the St. Cecilia’s College library by evaluating its potential benefits, challenges, and overall impact on library operations.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4400" b="1" i="0" u="none" strike="noStrike" cap="none" normalizeH="0" baseline="0" dirty="0">
                <a:ln>
                  <a:noFill/>
                </a:ln>
                <a:solidFill>
                  <a:schemeClr val="tx1"/>
                </a:solidFill>
                <a:effectLst/>
                <a:latin typeface="Nunito Sans ExtraLight" pitchFamily="2" charset="0"/>
              </a:rPr>
              <a:t>To develop functional and technical specifications</a:t>
            </a:r>
            <a:r>
              <a:rPr kumimoji="0" lang="en-US" altLang="en-US" sz="4400" b="0" i="0" u="none" strike="noStrike" cap="none" normalizeH="0" baseline="0" dirty="0">
                <a:ln>
                  <a:noFill/>
                </a:ln>
                <a:solidFill>
                  <a:schemeClr val="tx1"/>
                </a:solidFill>
                <a:effectLst/>
                <a:latin typeface="Nunito Sans ExtraLight" pitchFamily="2" charset="0"/>
              </a:rPr>
              <a:t> of the system based on the requirements, workflows, and roles identified through consultation with library staff and other stakeholders.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29"/>
        <p:cNvGrpSpPr/>
        <p:nvPr/>
      </p:nvGrpSpPr>
      <p:grpSpPr>
        <a:xfrm>
          <a:off x="0" y="0"/>
          <a:ext cx="0" cy="0"/>
          <a:chOff x="0" y="0"/>
          <a:chExt cx="0" cy="0"/>
        </a:xfrm>
      </p:grpSpPr>
      <p:grpSp>
        <p:nvGrpSpPr>
          <p:cNvPr id="230" name="Google Shape;230;p10"/>
          <p:cNvGrpSpPr/>
          <p:nvPr/>
        </p:nvGrpSpPr>
        <p:grpSpPr>
          <a:xfrm>
            <a:off x="-670310" y="-736428"/>
            <a:ext cx="19670481" cy="2376603"/>
            <a:chOff x="0" y="-38100"/>
            <a:chExt cx="5180703" cy="625937"/>
          </a:xfrm>
        </p:grpSpPr>
        <p:sp>
          <p:nvSpPr>
            <p:cNvPr id="231" name="Google Shape;231;p10"/>
            <p:cNvSpPr/>
            <p:nvPr/>
          </p:nvSpPr>
          <p:spPr>
            <a:xfrm>
              <a:off x="0" y="0"/>
              <a:ext cx="5180703" cy="587837"/>
            </a:xfrm>
            <a:custGeom>
              <a:avLst/>
              <a:gdLst/>
              <a:ahLst/>
              <a:cxnLst/>
              <a:rect l="l" t="t" r="r" b="b"/>
              <a:pathLst>
                <a:path w="5180703" h="587837" extrusionOk="0">
                  <a:moveTo>
                    <a:pt x="0" y="0"/>
                  </a:moveTo>
                  <a:lnTo>
                    <a:pt x="5180703" y="0"/>
                  </a:lnTo>
                  <a:lnTo>
                    <a:pt x="5180703" y="587837"/>
                  </a:lnTo>
                  <a:lnTo>
                    <a:pt x="0" y="587837"/>
                  </a:lnTo>
                  <a:close/>
                </a:path>
              </a:pathLst>
            </a:custGeom>
            <a:solidFill>
              <a:srgbClr val="790A0A"/>
            </a:solidFill>
            <a:ln>
              <a:noFill/>
            </a:ln>
          </p:spPr>
        </p:sp>
        <p:sp>
          <p:nvSpPr>
            <p:cNvPr id="232" name="Google Shape;232;p10"/>
            <p:cNvSpPr txBox="1"/>
            <p:nvPr/>
          </p:nvSpPr>
          <p:spPr>
            <a:xfrm>
              <a:off x="0" y="-38100"/>
              <a:ext cx="5180703" cy="625937"/>
            </a:xfrm>
            <a:prstGeom prst="rect">
              <a:avLst/>
            </a:prstGeom>
            <a:noFill/>
            <a:ln>
              <a:noFill/>
            </a:ln>
          </p:spPr>
          <p:txBody>
            <a:bodyPr spcFirstLastPara="1" wrap="square" lIns="50800" tIns="50800" rIns="50800" bIns="50800" anchor="ctr" anchorCtr="0">
              <a:noAutofit/>
            </a:bodyPr>
            <a:lstStyle/>
            <a:p>
              <a:pPr marL="0" marR="0" lvl="0" indent="0" algn="ctr" rtl="0">
                <a:lnSpc>
                  <a:spcPct val="147722"/>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grpSp>
      <p:grpSp>
        <p:nvGrpSpPr>
          <p:cNvPr id="233" name="Google Shape;233;p10"/>
          <p:cNvGrpSpPr/>
          <p:nvPr/>
        </p:nvGrpSpPr>
        <p:grpSpPr>
          <a:xfrm>
            <a:off x="-580047" y="9794239"/>
            <a:ext cx="19489954" cy="1158047"/>
            <a:chOff x="0" y="-38100"/>
            <a:chExt cx="5133157" cy="305000"/>
          </a:xfrm>
        </p:grpSpPr>
        <p:sp>
          <p:nvSpPr>
            <p:cNvPr id="234" name="Google Shape;234;p10"/>
            <p:cNvSpPr/>
            <p:nvPr/>
          </p:nvSpPr>
          <p:spPr>
            <a:xfrm>
              <a:off x="0" y="0"/>
              <a:ext cx="5133157" cy="266900"/>
            </a:xfrm>
            <a:custGeom>
              <a:avLst/>
              <a:gdLst/>
              <a:ahLst/>
              <a:cxnLst/>
              <a:rect l="l" t="t" r="r" b="b"/>
              <a:pathLst>
                <a:path w="5133157" h="266900" extrusionOk="0">
                  <a:moveTo>
                    <a:pt x="0" y="0"/>
                  </a:moveTo>
                  <a:lnTo>
                    <a:pt x="5133157" y="0"/>
                  </a:lnTo>
                  <a:lnTo>
                    <a:pt x="5133157" y="266900"/>
                  </a:lnTo>
                  <a:lnTo>
                    <a:pt x="0" y="266900"/>
                  </a:lnTo>
                  <a:close/>
                </a:path>
              </a:pathLst>
            </a:custGeom>
            <a:solidFill>
              <a:srgbClr val="790A0A"/>
            </a:solidFill>
            <a:ln>
              <a:noFill/>
            </a:ln>
          </p:spPr>
        </p:sp>
        <p:sp>
          <p:nvSpPr>
            <p:cNvPr id="235" name="Google Shape;235;p10"/>
            <p:cNvSpPr txBox="1"/>
            <p:nvPr/>
          </p:nvSpPr>
          <p:spPr>
            <a:xfrm>
              <a:off x="0" y="-38100"/>
              <a:ext cx="5133157" cy="305000"/>
            </a:xfrm>
            <a:prstGeom prst="rect">
              <a:avLst/>
            </a:prstGeom>
            <a:noFill/>
            <a:ln>
              <a:noFill/>
            </a:ln>
          </p:spPr>
          <p:txBody>
            <a:bodyPr spcFirstLastPara="1" wrap="square" lIns="50800" tIns="50800" rIns="50800" bIns="50800" anchor="ctr" anchorCtr="0">
              <a:noAutofit/>
            </a:bodyPr>
            <a:lstStyle/>
            <a:p>
              <a:pPr marL="0" marR="0" lvl="0" indent="0" algn="ctr" rtl="0">
                <a:lnSpc>
                  <a:spcPct val="147722"/>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grpSp>
      <p:cxnSp>
        <p:nvCxnSpPr>
          <p:cNvPr id="236" name="Google Shape;236;p10"/>
          <p:cNvCxnSpPr/>
          <p:nvPr/>
        </p:nvCxnSpPr>
        <p:spPr>
          <a:xfrm rot="5400000">
            <a:off x="3297077" y="514679"/>
            <a:ext cx="2231942" cy="0"/>
          </a:xfrm>
          <a:prstGeom prst="straightConnector1">
            <a:avLst/>
          </a:prstGeom>
          <a:noFill/>
          <a:ln w="19050" cap="flat" cmpd="sng">
            <a:solidFill>
              <a:srgbClr val="FFFFFF"/>
            </a:solidFill>
            <a:prstDash val="solid"/>
            <a:round/>
            <a:headEnd type="none" w="sm" len="sm"/>
            <a:tailEnd type="none" w="sm" len="sm"/>
          </a:ln>
        </p:spPr>
      </p:cxnSp>
      <p:cxnSp>
        <p:nvCxnSpPr>
          <p:cNvPr id="237" name="Google Shape;237;p10"/>
          <p:cNvCxnSpPr/>
          <p:nvPr/>
        </p:nvCxnSpPr>
        <p:spPr>
          <a:xfrm rot="10800000">
            <a:off x="-670310" y="1621125"/>
            <a:ext cx="19670481" cy="0"/>
          </a:xfrm>
          <a:prstGeom prst="straightConnector1">
            <a:avLst/>
          </a:prstGeom>
          <a:noFill/>
          <a:ln w="19050" cap="flat" cmpd="sng">
            <a:solidFill>
              <a:srgbClr val="000000"/>
            </a:solidFill>
            <a:prstDash val="solid"/>
            <a:round/>
            <a:headEnd type="none" w="sm" len="sm"/>
            <a:tailEnd type="none" w="sm" len="sm"/>
          </a:ln>
        </p:spPr>
      </p:cxnSp>
      <p:sp>
        <p:nvSpPr>
          <p:cNvPr id="239" name="Google Shape;239;p10"/>
          <p:cNvSpPr txBox="1"/>
          <p:nvPr/>
        </p:nvSpPr>
        <p:spPr>
          <a:xfrm>
            <a:off x="666750" y="475979"/>
            <a:ext cx="3117648" cy="605028"/>
          </a:xfrm>
          <a:prstGeom prst="rect">
            <a:avLst/>
          </a:prstGeom>
          <a:noFill/>
          <a:ln>
            <a:noFill/>
          </a:ln>
        </p:spPr>
        <p:txBody>
          <a:bodyPr spcFirstLastPara="1" wrap="square" lIns="0" tIns="0" rIns="0" bIns="0" anchor="t" anchorCtr="0">
            <a:spAutoFit/>
          </a:bodyPr>
          <a:lstStyle/>
          <a:p>
            <a:pPr marL="0" marR="0" lvl="0" indent="0" algn="l" rtl="0">
              <a:lnSpc>
                <a:spcPct val="140039"/>
              </a:lnSpc>
              <a:spcBef>
                <a:spcPts val="0"/>
              </a:spcBef>
              <a:spcAft>
                <a:spcPts val="0"/>
              </a:spcAft>
              <a:buClr>
                <a:srgbClr val="000000"/>
              </a:buClr>
              <a:buSzPts val="3554"/>
              <a:buFont typeface="Arial"/>
              <a:buNone/>
            </a:pPr>
            <a:r>
              <a:rPr lang="en-US" sz="3554" b="1" i="0" u="none" strike="noStrike" cap="none">
                <a:solidFill>
                  <a:srgbClr val="FFFFFF"/>
                </a:solidFill>
                <a:latin typeface="Nunito Sans"/>
                <a:ea typeface="Nunito Sans"/>
                <a:cs typeface="Nunito Sans"/>
                <a:sym typeface="Nunito Sans"/>
              </a:rPr>
              <a:t>Cecilian Portal</a:t>
            </a:r>
            <a:endParaRPr sz="1400" b="0" i="0" u="none" strike="noStrike" cap="none">
              <a:solidFill>
                <a:srgbClr val="000000"/>
              </a:solidFill>
              <a:latin typeface="Arial"/>
              <a:ea typeface="Arial"/>
              <a:cs typeface="Arial"/>
              <a:sym typeface="Arial"/>
            </a:endParaRPr>
          </a:p>
        </p:txBody>
      </p:sp>
      <p:sp>
        <p:nvSpPr>
          <p:cNvPr id="240" name="Google Shape;240;p10"/>
          <p:cNvSpPr txBox="1"/>
          <p:nvPr/>
        </p:nvSpPr>
        <p:spPr>
          <a:xfrm>
            <a:off x="843686" y="2135475"/>
            <a:ext cx="10841063" cy="933289"/>
          </a:xfrm>
          <a:prstGeom prst="rect">
            <a:avLst/>
          </a:prstGeom>
          <a:noFill/>
          <a:ln>
            <a:noFill/>
          </a:ln>
        </p:spPr>
        <p:txBody>
          <a:bodyPr spcFirstLastPara="1" wrap="square" lIns="0" tIns="0" rIns="0" bIns="0" anchor="t" anchorCtr="0">
            <a:spAutoFit/>
          </a:bodyPr>
          <a:lstStyle/>
          <a:p>
            <a:pPr marL="0" marR="0" lvl="0" indent="0" algn="l" rtl="0">
              <a:lnSpc>
                <a:spcPct val="127005"/>
              </a:lnSpc>
              <a:spcBef>
                <a:spcPts val="0"/>
              </a:spcBef>
              <a:spcAft>
                <a:spcPts val="0"/>
              </a:spcAft>
              <a:buClr>
                <a:srgbClr val="000000"/>
              </a:buClr>
              <a:buSzPts val="5847"/>
              <a:buFont typeface="Arial"/>
              <a:buNone/>
            </a:pPr>
            <a:r>
              <a:rPr lang="en-US" sz="5847" b="0" i="0" u="none" strike="noStrike" cap="none">
                <a:solidFill>
                  <a:srgbClr val="000000"/>
                </a:solidFill>
                <a:latin typeface="Prompt Black"/>
                <a:ea typeface="Prompt Black"/>
                <a:cs typeface="Prompt Black"/>
                <a:sym typeface="Prompt Black"/>
              </a:rPr>
              <a:t>SPECIFIC OBJECTIVE</a:t>
            </a:r>
            <a:endParaRPr sz="1400" b="0" i="0" u="none" strike="noStrike" cap="none">
              <a:solidFill>
                <a:srgbClr val="000000"/>
              </a:solidFill>
              <a:latin typeface="Arial"/>
              <a:ea typeface="Arial"/>
              <a:cs typeface="Arial"/>
              <a:sym typeface="Arial"/>
            </a:endParaRPr>
          </a:p>
        </p:txBody>
      </p:sp>
      <p:sp>
        <p:nvSpPr>
          <p:cNvPr id="241" name="Google Shape;241;p10"/>
          <p:cNvSpPr txBox="1"/>
          <p:nvPr/>
        </p:nvSpPr>
        <p:spPr>
          <a:xfrm>
            <a:off x="11380120" y="594280"/>
            <a:ext cx="2443433" cy="406527"/>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Clr>
                <a:srgbClr val="000000"/>
              </a:buClr>
              <a:buSzPts val="2370"/>
              <a:buFont typeface="Arial"/>
              <a:buNone/>
            </a:pPr>
            <a:r>
              <a:rPr lang="en-US" sz="2370" b="0" i="0" u="none" strike="noStrike" cap="none">
                <a:solidFill>
                  <a:srgbClr val="FFFFFF"/>
                </a:solidFill>
                <a:latin typeface="Nunito Sans ExtraLight"/>
                <a:ea typeface="Nunito Sans ExtraLight"/>
                <a:cs typeface="Nunito Sans ExtraLight"/>
                <a:sym typeface="Nunito Sans ExtraLight"/>
              </a:rPr>
              <a:t>System Design</a:t>
            </a:r>
            <a:endParaRPr sz="1400" b="0" i="0" u="none" strike="noStrike" cap="none">
              <a:solidFill>
                <a:srgbClr val="000000"/>
              </a:solidFill>
              <a:latin typeface="Arial"/>
              <a:ea typeface="Arial"/>
              <a:cs typeface="Arial"/>
              <a:sym typeface="Arial"/>
            </a:endParaRPr>
          </a:p>
        </p:txBody>
      </p:sp>
      <p:sp>
        <p:nvSpPr>
          <p:cNvPr id="242" name="Google Shape;242;p10"/>
          <p:cNvSpPr txBox="1"/>
          <p:nvPr/>
        </p:nvSpPr>
        <p:spPr>
          <a:xfrm>
            <a:off x="9235533" y="584755"/>
            <a:ext cx="1737007" cy="406527"/>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Clr>
                <a:srgbClr val="000000"/>
              </a:buClr>
              <a:buSzPts val="2370"/>
              <a:buFont typeface="Arial"/>
              <a:buNone/>
            </a:pPr>
            <a:r>
              <a:rPr lang="en-US" sz="2370" b="0" i="0" u="none" strike="noStrike" cap="none">
                <a:solidFill>
                  <a:srgbClr val="FFFFFF"/>
                </a:solidFill>
                <a:latin typeface="Nunito Sans ExtraLight"/>
                <a:ea typeface="Nunito Sans ExtraLight"/>
                <a:cs typeface="Nunito Sans ExtraLight"/>
                <a:sym typeface="Nunito Sans ExtraLight"/>
              </a:rPr>
              <a:t>Methodology</a:t>
            </a:r>
            <a:endParaRPr sz="1400" b="0" i="0" u="none" strike="noStrike" cap="none">
              <a:solidFill>
                <a:srgbClr val="000000"/>
              </a:solidFill>
              <a:latin typeface="Arial"/>
              <a:ea typeface="Arial"/>
              <a:cs typeface="Arial"/>
              <a:sym typeface="Arial"/>
            </a:endParaRPr>
          </a:p>
        </p:txBody>
      </p:sp>
      <p:sp>
        <p:nvSpPr>
          <p:cNvPr id="243" name="Google Shape;243;p10"/>
          <p:cNvSpPr txBox="1"/>
          <p:nvPr/>
        </p:nvSpPr>
        <p:spPr>
          <a:xfrm>
            <a:off x="4896349" y="584755"/>
            <a:ext cx="1984659" cy="406527"/>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Clr>
                <a:srgbClr val="000000"/>
              </a:buClr>
              <a:buSzPts val="2370"/>
              <a:buFont typeface="Arial"/>
              <a:buNone/>
            </a:pPr>
            <a:r>
              <a:rPr lang="en-US" sz="2370" b="0" i="0" u="none" strike="noStrike" cap="none">
                <a:solidFill>
                  <a:srgbClr val="FFFFFF"/>
                </a:solidFill>
                <a:latin typeface="Nunito Sans ExtraLight"/>
                <a:ea typeface="Nunito Sans ExtraLight"/>
                <a:cs typeface="Nunito Sans ExtraLight"/>
                <a:sym typeface="Nunito Sans ExtraLight"/>
              </a:rPr>
              <a:t>Introduction</a:t>
            </a:r>
            <a:endParaRPr sz="1400" b="0" i="0" u="none" strike="noStrike" cap="none">
              <a:solidFill>
                <a:srgbClr val="000000"/>
              </a:solidFill>
              <a:latin typeface="Arial"/>
              <a:ea typeface="Arial"/>
              <a:cs typeface="Arial"/>
              <a:sym typeface="Arial"/>
            </a:endParaRPr>
          </a:p>
        </p:txBody>
      </p:sp>
      <p:sp>
        <p:nvSpPr>
          <p:cNvPr id="244" name="Google Shape;244;p10"/>
          <p:cNvSpPr txBox="1"/>
          <p:nvPr/>
        </p:nvSpPr>
        <p:spPr>
          <a:xfrm>
            <a:off x="14098165" y="603805"/>
            <a:ext cx="2748483" cy="406527"/>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Clr>
                <a:srgbClr val="000000"/>
              </a:buClr>
              <a:buSzPts val="2370"/>
              <a:buFont typeface="Arial"/>
              <a:buNone/>
            </a:pPr>
            <a:r>
              <a:rPr lang="en-US" sz="2370" b="0" i="0" u="none" strike="noStrike" cap="none">
                <a:solidFill>
                  <a:srgbClr val="FFFFFF"/>
                </a:solidFill>
                <a:latin typeface="Nunito Sans ExtraLight"/>
                <a:ea typeface="Nunito Sans ExtraLight"/>
                <a:cs typeface="Nunito Sans ExtraLight"/>
                <a:sym typeface="Nunito Sans ExtraLight"/>
              </a:rPr>
              <a:t>Evaluating &amp; Testing</a:t>
            </a:r>
            <a:endParaRPr sz="1400" b="0" i="0" u="none" strike="noStrike" cap="none">
              <a:solidFill>
                <a:srgbClr val="000000"/>
              </a:solidFill>
              <a:latin typeface="Arial"/>
              <a:ea typeface="Arial"/>
              <a:cs typeface="Arial"/>
              <a:sym typeface="Arial"/>
            </a:endParaRPr>
          </a:p>
        </p:txBody>
      </p:sp>
      <p:sp>
        <p:nvSpPr>
          <p:cNvPr id="245" name="Google Shape;245;p10"/>
          <p:cNvSpPr/>
          <p:nvPr/>
        </p:nvSpPr>
        <p:spPr>
          <a:xfrm>
            <a:off x="17259300" y="542654"/>
            <a:ext cx="546702" cy="546702"/>
          </a:xfrm>
          <a:custGeom>
            <a:avLst/>
            <a:gdLst/>
            <a:ahLst/>
            <a:cxnLst/>
            <a:rect l="l" t="t" r="r" b="b"/>
            <a:pathLst>
              <a:path w="546702" h="546702" extrusionOk="0">
                <a:moveTo>
                  <a:pt x="0" y="0"/>
                </a:moveTo>
                <a:lnTo>
                  <a:pt x="546702" y="0"/>
                </a:lnTo>
                <a:lnTo>
                  <a:pt x="546702" y="546702"/>
                </a:lnTo>
                <a:lnTo>
                  <a:pt x="0" y="546702"/>
                </a:lnTo>
                <a:lnTo>
                  <a:pt x="0" y="0"/>
                </a:lnTo>
                <a:close/>
              </a:path>
            </a:pathLst>
          </a:custGeom>
          <a:blipFill rotWithShape="1">
            <a:blip r:embed="rId3">
              <a:alphaModFix/>
            </a:blip>
            <a:stretch>
              <a:fillRect/>
            </a:stretch>
          </a:blipFill>
          <a:ln>
            <a:noFill/>
          </a:ln>
        </p:spPr>
      </p:sp>
      <p:sp>
        <p:nvSpPr>
          <p:cNvPr id="246" name="Google Shape;246;p10"/>
          <p:cNvSpPr txBox="1"/>
          <p:nvPr/>
        </p:nvSpPr>
        <p:spPr>
          <a:xfrm>
            <a:off x="7176992" y="584755"/>
            <a:ext cx="1641437" cy="423193"/>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Clr>
                <a:srgbClr val="000000"/>
              </a:buClr>
              <a:buSzPts val="2370"/>
              <a:buFont typeface="Arial"/>
              <a:buNone/>
            </a:pPr>
            <a:r>
              <a:rPr lang="en-US" sz="2370" b="0" i="0" u="none" strike="noStrike" cap="none">
                <a:solidFill>
                  <a:srgbClr val="FFFFFF"/>
                </a:solidFill>
                <a:latin typeface="Nunito Sans ExtraLight"/>
                <a:ea typeface="Nunito Sans ExtraLight"/>
                <a:cs typeface="Nunito Sans ExtraLight"/>
                <a:sym typeface="Nunito Sans ExtraLight"/>
              </a:rPr>
              <a:t>Literatures</a:t>
            </a:r>
            <a:endParaRPr sz="2370" b="0" i="0" u="none" strike="noStrike" cap="none">
              <a:solidFill>
                <a:srgbClr val="FFFFFF"/>
              </a:solidFill>
              <a:latin typeface="Nunito Sans ExtraLight"/>
              <a:ea typeface="Nunito Sans ExtraLight"/>
              <a:cs typeface="Nunito Sans ExtraLight"/>
              <a:sym typeface="Nunito Sans ExtraLight"/>
            </a:endParaRPr>
          </a:p>
        </p:txBody>
      </p:sp>
      <p:sp>
        <p:nvSpPr>
          <p:cNvPr id="5" name="Rectangle 4">
            <a:extLst>
              <a:ext uri="{FF2B5EF4-FFF2-40B4-BE49-F238E27FC236}">
                <a16:creationId xmlns:a16="http://schemas.microsoft.com/office/drawing/2014/main" id="{EE2BA4AE-1B2C-0207-E975-614C258230DD}"/>
              </a:ext>
            </a:extLst>
          </p:cNvPr>
          <p:cNvSpPr>
            <a:spLocks noChangeArrowheads="1"/>
          </p:cNvSpPr>
          <p:nvPr/>
        </p:nvSpPr>
        <p:spPr bwMode="auto">
          <a:xfrm>
            <a:off x="979714" y="3587563"/>
            <a:ext cx="16655143" cy="50783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600" b="1" i="0" u="none" strike="noStrike" cap="none" normalizeH="0" baseline="0" dirty="0">
                <a:ln>
                  <a:noFill/>
                </a:ln>
                <a:solidFill>
                  <a:schemeClr val="tx1"/>
                </a:solidFill>
                <a:effectLst/>
                <a:latin typeface="Nunito Sans ExtraLight" pitchFamily="2" charset="0"/>
              </a:rPr>
              <a:t>To design and develop</a:t>
            </a:r>
            <a:r>
              <a:rPr kumimoji="0" lang="en-US" altLang="en-US" sz="3600" b="0" i="0" u="none" strike="noStrike" cap="none" normalizeH="0" baseline="0" dirty="0">
                <a:ln>
                  <a:noFill/>
                </a:ln>
                <a:solidFill>
                  <a:schemeClr val="tx1"/>
                </a:solidFill>
                <a:effectLst/>
                <a:latin typeface="Nunito Sans ExtraLight" pitchFamily="2" charset="0"/>
              </a:rPr>
              <a:t> an RFID-based access module that allows students to use their RFID cards as entry passes to the library and as digital credentials for borrowing and returning books.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600" b="1" i="0" u="none" strike="noStrike" cap="none" normalizeH="0" baseline="0" dirty="0">
                <a:ln>
                  <a:noFill/>
                </a:ln>
                <a:solidFill>
                  <a:schemeClr val="tx1"/>
                </a:solidFill>
                <a:effectLst/>
                <a:latin typeface="Nunito Sans ExtraLight" pitchFamily="2" charset="0"/>
              </a:rPr>
              <a:t>To integrate a QR-Code-based inventory feature</a:t>
            </a:r>
            <a:r>
              <a:rPr kumimoji="0" lang="en-US" altLang="en-US" sz="3600" b="0" i="0" u="none" strike="noStrike" cap="none" normalizeH="0" baseline="0" dirty="0">
                <a:ln>
                  <a:noFill/>
                </a:ln>
                <a:solidFill>
                  <a:schemeClr val="tx1"/>
                </a:solidFill>
                <a:effectLst/>
                <a:latin typeface="Nunito Sans ExtraLight" pitchFamily="2" charset="0"/>
              </a:rPr>
              <a:t> that enables staff to track, identify, and update book records efficiently through QR scanning, thereby reducing manual errors and time spent on cataloguing.</a:t>
            </a:r>
          </a:p>
          <a:p>
            <a:pPr marL="0" marR="0" lvl="0" indent="0" algn="l" defTabSz="914400" rtl="0" eaLnBrk="0" fontAlgn="base" latinLnBrk="0" hangingPunct="0">
              <a:lnSpc>
                <a:spcPct val="100000"/>
              </a:lnSpc>
              <a:spcBef>
                <a:spcPct val="0"/>
              </a:spcBef>
              <a:spcAft>
                <a:spcPct val="0"/>
              </a:spcAft>
              <a:buClrTx/>
              <a:buSzTx/>
              <a:buFontTx/>
              <a:buChar char="•"/>
              <a:tabLst/>
            </a:pPr>
            <a:r>
              <a:rPr lang="en-US" sz="3600" b="1" dirty="0">
                <a:latin typeface="Nunito Sans ExtraLight" pitchFamily="2" charset="0"/>
              </a:rPr>
              <a:t>To evaluate the system’s effectiveness</a:t>
            </a:r>
            <a:r>
              <a:rPr lang="en-US" sz="3600" dirty="0">
                <a:latin typeface="Nunito Sans ExtraLight" pitchFamily="2" charset="0"/>
              </a:rPr>
              <a:t> in improving transaction speed, inventory accuracy, and user satisfaction compared to the existing manual library process, and to establish maintenance guidelines for sustainable system operation.</a:t>
            </a:r>
            <a:endParaRPr kumimoji="0" lang="en-US" altLang="en-US" sz="3600" b="0" i="0" u="none" strike="noStrike" cap="none" normalizeH="0" baseline="0" dirty="0">
              <a:ln>
                <a:noFill/>
              </a:ln>
              <a:solidFill>
                <a:schemeClr val="tx1"/>
              </a:solidFill>
              <a:effectLst/>
              <a:latin typeface="Nunito Sans ExtraLight" pitchFamily="2"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92"/>
        <p:cNvGrpSpPr/>
        <p:nvPr/>
      </p:nvGrpSpPr>
      <p:grpSpPr>
        <a:xfrm>
          <a:off x="0" y="0"/>
          <a:ext cx="0" cy="0"/>
          <a:chOff x="0" y="0"/>
          <a:chExt cx="0" cy="0"/>
        </a:xfrm>
      </p:grpSpPr>
      <p:grpSp>
        <p:nvGrpSpPr>
          <p:cNvPr id="293" name="Google Shape;293;p13"/>
          <p:cNvGrpSpPr/>
          <p:nvPr/>
        </p:nvGrpSpPr>
        <p:grpSpPr>
          <a:xfrm>
            <a:off x="-670310" y="-736428"/>
            <a:ext cx="19670481" cy="2376603"/>
            <a:chOff x="0" y="-38100"/>
            <a:chExt cx="5180703" cy="625937"/>
          </a:xfrm>
        </p:grpSpPr>
        <p:sp>
          <p:nvSpPr>
            <p:cNvPr id="294" name="Google Shape;294;p13"/>
            <p:cNvSpPr/>
            <p:nvPr/>
          </p:nvSpPr>
          <p:spPr>
            <a:xfrm>
              <a:off x="0" y="0"/>
              <a:ext cx="5180703" cy="587837"/>
            </a:xfrm>
            <a:custGeom>
              <a:avLst/>
              <a:gdLst/>
              <a:ahLst/>
              <a:cxnLst/>
              <a:rect l="l" t="t" r="r" b="b"/>
              <a:pathLst>
                <a:path w="5180703" h="587837" extrusionOk="0">
                  <a:moveTo>
                    <a:pt x="0" y="0"/>
                  </a:moveTo>
                  <a:lnTo>
                    <a:pt x="5180703" y="0"/>
                  </a:lnTo>
                  <a:lnTo>
                    <a:pt x="5180703" y="587837"/>
                  </a:lnTo>
                  <a:lnTo>
                    <a:pt x="0" y="587837"/>
                  </a:lnTo>
                  <a:close/>
                </a:path>
              </a:pathLst>
            </a:custGeom>
            <a:solidFill>
              <a:srgbClr val="790A0A"/>
            </a:solidFill>
            <a:ln>
              <a:noFill/>
            </a:ln>
          </p:spPr>
        </p:sp>
        <p:sp>
          <p:nvSpPr>
            <p:cNvPr id="295" name="Google Shape;295;p13"/>
            <p:cNvSpPr txBox="1"/>
            <p:nvPr/>
          </p:nvSpPr>
          <p:spPr>
            <a:xfrm>
              <a:off x="0" y="-38100"/>
              <a:ext cx="5180703" cy="625937"/>
            </a:xfrm>
            <a:prstGeom prst="rect">
              <a:avLst/>
            </a:prstGeom>
            <a:noFill/>
            <a:ln>
              <a:noFill/>
            </a:ln>
          </p:spPr>
          <p:txBody>
            <a:bodyPr spcFirstLastPara="1" wrap="square" lIns="50800" tIns="50800" rIns="50800" bIns="50800" anchor="ctr" anchorCtr="0">
              <a:noAutofit/>
            </a:bodyPr>
            <a:lstStyle/>
            <a:p>
              <a:pPr marL="0" marR="0" lvl="0" indent="0" algn="ctr" rtl="0">
                <a:lnSpc>
                  <a:spcPct val="147722"/>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grpSp>
      <p:grpSp>
        <p:nvGrpSpPr>
          <p:cNvPr id="296" name="Google Shape;296;p13"/>
          <p:cNvGrpSpPr/>
          <p:nvPr/>
        </p:nvGrpSpPr>
        <p:grpSpPr>
          <a:xfrm>
            <a:off x="-580047" y="9794239"/>
            <a:ext cx="19489954" cy="1158047"/>
            <a:chOff x="0" y="-38100"/>
            <a:chExt cx="5133157" cy="305000"/>
          </a:xfrm>
        </p:grpSpPr>
        <p:sp>
          <p:nvSpPr>
            <p:cNvPr id="297" name="Google Shape;297;p13"/>
            <p:cNvSpPr/>
            <p:nvPr/>
          </p:nvSpPr>
          <p:spPr>
            <a:xfrm>
              <a:off x="0" y="0"/>
              <a:ext cx="5133157" cy="266900"/>
            </a:xfrm>
            <a:custGeom>
              <a:avLst/>
              <a:gdLst/>
              <a:ahLst/>
              <a:cxnLst/>
              <a:rect l="l" t="t" r="r" b="b"/>
              <a:pathLst>
                <a:path w="5133157" h="266900" extrusionOk="0">
                  <a:moveTo>
                    <a:pt x="0" y="0"/>
                  </a:moveTo>
                  <a:lnTo>
                    <a:pt x="5133157" y="0"/>
                  </a:lnTo>
                  <a:lnTo>
                    <a:pt x="5133157" y="266900"/>
                  </a:lnTo>
                  <a:lnTo>
                    <a:pt x="0" y="266900"/>
                  </a:lnTo>
                  <a:close/>
                </a:path>
              </a:pathLst>
            </a:custGeom>
            <a:solidFill>
              <a:srgbClr val="790A0A"/>
            </a:solidFill>
            <a:ln>
              <a:noFill/>
            </a:ln>
          </p:spPr>
        </p:sp>
        <p:sp>
          <p:nvSpPr>
            <p:cNvPr id="298" name="Google Shape;298;p13"/>
            <p:cNvSpPr txBox="1"/>
            <p:nvPr/>
          </p:nvSpPr>
          <p:spPr>
            <a:xfrm>
              <a:off x="0" y="-38100"/>
              <a:ext cx="5133157" cy="305000"/>
            </a:xfrm>
            <a:prstGeom prst="rect">
              <a:avLst/>
            </a:prstGeom>
            <a:noFill/>
            <a:ln>
              <a:noFill/>
            </a:ln>
          </p:spPr>
          <p:txBody>
            <a:bodyPr spcFirstLastPara="1" wrap="square" lIns="50800" tIns="50800" rIns="50800" bIns="50800" anchor="ctr" anchorCtr="0">
              <a:noAutofit/>
            </a:bodyPr>
            <a:lstStyle/>
            <a:p>
              <a:pPr marL="0" marR="0" lvl="0" indent="0" algn="ctr" rtl="0">
                <a:lnSpc>
                  <a:spcPct val="147722"/>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grpSp>
      <p:cxnSp>
        <p:nvCxnSpPr>
          <p:cNvPr id="299" name="Google Shape;299;p13"/>
          <p:cNvCxnSpPr/>
          <p:nvPr/>
        </p:nvCxnSpPr>
        <p:spPr>
          <a:xfrm rot="5400000">
            <a:off x="3297077" y="514679"/>
            <a:ext cx="2231942" cy="0"/>
          </a:xfrm>
          <a:prstGeom prst="straightConnector1">
            <a:avLst/>
          </a:prstGeom>
          <a:noFill/>
          <a:ln w="19050" cap="flat" cmpd="sng">
            <a:solidFill>
              <a:srgbClr val="FFFFFF"/>
            </a:solidFill>
            <a:prstDash val="solid"/>
            <a:round/>
            <a:headEnd type="none" w="sm" len="sm"/>
            <a:tailEnd type="none" w="sm" len="sm"/>
          </a:ln>
        </p:spPr>
      </p:cxnSp>
      <p:cxnSp>
        <p:nvCxnSpPr>
          <p:cNvPr id="300" name="Google Shape;300;p13"/>
          <p:cNvCxnSpPr/>
          <p:nvPr/>
        </p:nvCxnSpPr>
        <p:spPr>
          <a:xfrm rot="10800000">
            <a:off x="-670310" y="1621125"/>
            <a:ext cx="19670481" cy="0"/>
          </a:xfrm>
          <a:prstGeom prst="straightConnector1">
            <a:avLst/>
          </a:prstGeom>
          <a:noFill/>
          <a:ln w="19050" cap="flat" cmpd="sng">
            <a:solidFill>
              <a:srgbClr val="000000"/>
            </a:solidFill>
            <a:prstDash val="solid"/>
            <a:round/>
            <a:headEnd type="none" w="sm" len="sm"/>
            <a:tailEnd type="none" w="sm" len="sm"/>
          </a:ln>
        </p:spPr>
      </p:cxnSp>
      <p:sp>
        <p:nvSpPr>
          <p:cNvPr id="301" name="Google Shape;301;p13"/>
          <p:cNvSpPr txBox="1"/>
          <p:nvPr/>
        </p:nvSpPr>
        <p:spPr>
          <a:xfrm>
            <a:off x="4083079" y="5095875"/>
            <a:ext cx="10841063" cy="933289"/>
          </a:xfrm>
          <a:prstGeom prst="rect">
            <a:avLst/>
          </a:prstGeom>
          <a:noFill/>
          <a:ln>
            <a:noFill/>
          </a:ln>
        </p:spPr>
        <p:txBody>
          <a:bodyPr spcFirstLastPara="1" wrap="square" lIns="0" tIns="0" rIns="0" bIns="0" anchor="t" anchorCtr="0">
            <a:spAutoFit/>
          </a:bodyPr>
          <a:lstStyle/>
          <a:p>
            <a:pPr marL="0" marR="0" lvl="0" indent="0" algn="l" rtl="0">
              <a:lnSpc>
                <a:spcPct val="127005"/>
              </a:lnSpc>
              <a:spcBef>
                <a:spcPts val="0"/>
              </a:spcBef>
              <a:spcAft>
                <a:spcPts val="0"/>
              </a:spcAft>
              <a:buClr>
                <a:srgbClr val="000000"/>
              </a:buClr>
              <a:buSzPts val="5847"/>
              <a:buFont typeface="Arial"/>
              <a:buNone/>
            </a:pPr>
            <a:r>
              <a:rPr lang="en-US" sz="5847" b="0" i="0" u="none" strike="noStrike" cap="none">
                <a:solidFill>
                  <a:srgbClr val="000000"/>
                </a:solidFill>
                <a:latin typeface="Prompt Black"/>
                <a:ea typeface="Prompt Black"/>
                <a:cs typeface="Prompt Black"/>
                <a:sym typeface="Prompt Black"/>
              </a:rPr>
              <a:t>SCOPE AND LIMITATION</a:t>
            </a:r>
            <a:endParaRPr sz="1400" b="0" i="0" u="none" strike="noStrike" cap="none">
              <a:solidFill>
                <a:srgbClr val="000000"/>
              </a:solidFill>
              <a:latin typeface="Arial"/>
              <a:ea typeface="Arial"/>
              <a:cs typeface="Arial"/>
              <a:sym typeface="Arial"/>
            </a:endParaRPr>
          </a:p>
        </p:txBody>
      </p:sp>
      <p:sp>
        <p:nvSpPr>
          <p:cNvPr id="302" name="Google Shape;302;p13"/>
          <p:cNvSpPr txBox="1"/>
          <p:nvPr/>
        </p:nvSpPr>
        <p:spPr>
          <a:xfrm>
            <a:off x="666750" y="475979"/>
            <a:ext cx="3117648" cy="605028"/>
          </a:xfrm>
          <a:prstGeom prst="rect">
            <a:avLst/>
          </a:prstGeom>
          <a:noFill/>
          <a:ln>
            <a:noFill/>
          </a:ln>
        </p:spPr>
        <p:txBody>
          <a:bodyPr spcFirstLastPara="1" wrap="square" lIns="0" tIns="0" rIns="0" bIns="0" anchor="t" anchorCtr="0">
            <a:spAutoFit/>
          </a:bodyPr>
          <a:lstStyle/>
          <a:p>
            <a:pPr marL="0" marR="0" lvl="0" indent="0" algn="l" rtl="0">
              <a:lnSpc>
                <a:spcPct val="140039"/>
              </a:lnSpc>
              <a:spcBef>
                <a:spcPts val="0"/>
              </a:spcBef>
              <a:spcAft>
                <a:spcPts val="0"/>
              </a:spcAft>
              <a:buClr>
                <a:srgbClr val="000000"/>
              </a:buClr>
              <a:buSzPts val="3554"/>
              <a:buFont typeface="Arial"/>
              <a:buNone/>
            </a:pPr>
            <a:r>
              <a:rPr lang="en-US" sz="3554" b="1" i="0" u="none" strike="noStrike" cap="none">
                <a:solidFill>
                  <a:srgbClr val="FFFFFF"/>
                </a:solidFill>
                <a:latin typeface="Nunito Sans"/>
                <a:ea typeface="Nunito Sans"/>
                <a:cs typeface="Nunito Sans"/>
                <a:sym typeface="Nunito Sans"/>
              </a:rPr>
              <a:t>Cecilian Portal</a:t>
            </a:r>
            <a:endParaRPr sz="1400" b="0" i="0" u="none" strike="noStrike" cap="none">
              <a:solidFill>
                <a:srgbClr val="000000"/>
              </a:solidFill>
              <a:latin typeface="Arial"/>
              <a:ea typeface="Arial"/>
              <a:cs typeface="Arial"/>
              <a:sym typeface="Arial"/>
            </a:endParaRPr>
          </a:p>
        </p:txBody>
      </p:sp>
      <p:sp>
        <p:nvSpPr>
          <p:cNvPr id="303" name="Google Shape;303;p13"/>
          <p:cNvSpPr txBox="1"/>
          <p:nvPr/>
        </p:nvSpPr>
        <p:spPr>
          <a:xfrm>
            <a:off x="11380120" y="594280"/>
            <a:ext cx="2443433" cy="406527"/>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Clr>
                <a:srgbClr val="000000"/>
              </a:buClr>
              <a:buSzPts val="2370"/>
              <a:buFont typeface="Arial"/>
              <a:buNone/>
            </a:pPr>
            <a:r>
              <a:rPr lang="en-US" sz="2370" b="0" i="0" u="none" strike="noStrike" cap="none">
                <a:solidFill>
                  <a:srgbClr val="FFFFFF"/>
                </a:solidFill>
                <a:latin typeface="Nunito Sans ExtraLight"/>
                <a:ea typeface="Nunito Sans ExtraLight"/>
                <a:cs typeface="Nunito Sans ExtraLight"/>
                <a:sym typeface="Nunito Sans ExtraLight"/>
              </a:rPr>
              <a:t>System Design</a:t>
            </a:r>
            <a:endParaRPr sz="1400" b="0" i="0" u="none" strike="noStrike" cap="none">
              <a:solidFill>
                <a:srgbClr val="000000"/>
              </a:solidFill>
              <a:latin typeface="Arial"/>
              <a:ea typeface="Arial"/>
              <a:cs typeface="Arial"/>
              <a:sym typeface="Arial"/>
            </a:endParaRPr>
          </a:p>
        </p:txBody>
      </p:sp>
      <p:sp>
        <p:nvSpPr>
          <p:cNvPr id="304" name="Google Shape;304;p13"/>
          <p:cNvSpPr txBox="1"/>
          <p:nvPr/>
        </p:nvSpPr>
        <p:spPr>
          <a:xfrm>
            <a:off x="9235533" y="584755"/>
            <a:ext cx="1737007" cy="406527"/>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Clr>
                <a:srgbClr val="000000"/>
              </a:buClr>
              <a:buSzPts val="2370"/>
              <a:buFont typeface="Arial"/>
              <a:buNone/>
            </a:pPr>
            <a:r>
              <a:rPr lang="en-US" sz="2370" b="0" i="0" u="none" strike="noStrike" cap="none">
                <a:solidFill>
                  <a:srgbClr val="FFFFFF"/>
                </a:solidFill>
                <a:latin typeface="Nunito Sans ExtraLight"/>
                <a:ea typeface="Nunito Sans ExtraLight"/>
                <a:cs typeface="Nunito Sans ExtraLight"/>
                <a:sym typeface="Nunito Sans ExtraLight"/>
              </a:rPr>
              <a:t>Methodology</a:t>
            </a:r>
            <a:endParaRPr sz="1400" b="0" i="0" u="none" strike="noStrike" cap="none">
              <a:solidFill>
                <a:srgbClr val="000000"/>
              </a:solidFill>
              <a:latin typeface="Arial"/>
              <a:ea typeface="Arial"/>
              <a:cs typeface="Arial"/>
              <a:sym typeface="Arial"/>
            </a:endParaRPr>
          </a:p>
        </p:txBody>
      </p:sp>
      <p:sp>
        <p:nvSpPr>
          <p:cNvPr id="305" name="Google Shape;305;p13"/>
          <p:cNvSpPr txBox="1"/>
          <p:nvPr/>
        </p:nvSpPr>
        <p:spPr>
          <a:xfrm>
            <a:off x="7176992" y="584755"/>
            <a:ext cx="1641437" cy="406527"/>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Clr>
                <a:srgbClr val="000000"/>
              </a:buClr>
              <a:buSzPts val="2370"/>
              <a:buFont typeface="Arial"/>
              <a:buNone/>
            </a:pPr>
            <a:r>
              <a:rPr lang="en-US" sz="2370" b="0" i="0" u="none" strike="noStrike" cap="none">
                <a:solidFill>
                  <a:srgbClr val="FFFFFF"/>
                </a:solidFill>
                <a:latin typeface="Nunito Sans ExtraLight"/>
                <a:ea typeface="Nunito Sans ExtraLight"/>
                <a:cs typeface="Nunito Sans ExtraLight"/>
                <a:sym typeface="Nunito Sans ExtraLight"/>
              </a:rPr>
              <a:t>Framework</a:t>
            </a:r>
            <a:endParaRPr sz="1400" b="0" i="0" u="none" strike="noStrike" cap="none">
              <a:solidFill>
                <a:srgbClr val="000000"/>
              </a:solidFill>
              <a:latin typeface="Arial"/>
              <a:ea typeface="Arial"/>
              <a:cs typeface="Arial"/>
              <a:sym typeface="Arial"/>
            </a:endParaRPr>
          </a:p>
        </p:txBody>
      </p:sp>
      <p:sp>
        <p:nvSpPr>
          <p:cNvPr id="306" name="Google Shape;306;p13"/>
          <p:cNvSpPr txBox="1"/>
          <p:nvPr/>
        </p:nvSpPr>
        <p:spPr>
          <a:xfrm>
            <a:off x="4896349" y="584755"/>
            <a:ext cx="1984659" cy="406527"/>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Clr>
                <a:srgbClr val="000000"/>
              </a:buClr>
              <a:buSzPts val="2370"/>
              <a:buFont typeface="Arial"/>
              <a:buNone/>
            </a:pPr>
            <a:r>
              <a:rPr lang="en-US" sz="2370" b="0" i="0" u="none" strike="noStrike" cap="none">
                <a:solidFill>
                  <a:srgbClr val="FFFFFF"/>
                </a:solidFill>
                <a:latin typeface="Nunito Sans ExtraLight"/>
                <a:ea typeface="Nunito Sans ExtraLight"/>
                <a:cs typeface="Nunito Sans ExtraLight"/>
                <a:sym typeface="Nunito Sans ExtraLight"/>
              </a:rPr>
              <a:t>Introduction</a:t>
            </a:r>
            <a:endParaRPr sz="1400" b="0" i="0" u="none" strike="noStrike" cap="none">
              <a:solidFill>
                <a:srgbClr val="000000"/>
              </a:solidFill>
              <a:latin typeface="Arial"/>
              <a:ea typeface="Arial"/>
              <a:cs typeface="Arial"/>
              <a:sym typeface="Arial"/>
            </a:endParaRPr>
          </a:p>
        </p:txBody>
      </p:sp>
      <p:sp>
        <p:nvSpPr>
          <p:cNvPr id="307" name="Google Shape;307;p13"/>
          <p:cNvSpPr txBox="1"/>
          <p:nvPr/>
        </p:nvSpPr>
        <p:spPr>
          <a:xfrm>
            <a:off x="14098165" y="603805"/>
            <a:ext cx="2748483" cy="406527"/>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Clr>
                <a:srgbClr val="000000"/>
              </a:buClr>
              <a:buSzPts val="2370"/>
              <a:buFont typeface="Arial"/>
              <a:buNone/>
            </a:pPr>
            <a:r>
              <a:rPr lang="en-US" sz="2370" b="0" i="0" u="none" strike="noStrike" cap="none">
                <a:solidFill>
                  <a:srgbClr val="FFFFFF"/>
                </a:solidFill>
                <a:latin typeface="Nunito Sans ExtraLight"/>
                <a:ea typeface="Nunito Sans ExtraLight"/>
                <a:cs typeface="Nunito Sans ExtraLight"/>
                <a:sym typeface="Nunito Sans ExtraLight"/>
              </a:rPr>
              <a:t>Evaluating &amp; Testing</a:t>
            </a:r>
            <a:endParaRPr sz="1400" b="0" i="0" u="none" strike="noStrike" cap="none">
              <a:solidFill>
                <a:srgbClr val="000000"/>
              </a:solidFill>
              <a:latin typeface="Arial"/>
              <a:ea typeface="Arial"/>
              <a:cs typeface="Arial"/>
              <a:sym typeface="Arial"/>
            </a:endParaRPr>
          </a:p>
        </p:txBody>
      </p:sp>
      <p:sp>
        <p:nvSpPr>
          <p:cNvPr id="308" name="Google Shape;308;p13"/>
          <p:cNvSpPr/>
          <p:nvPr/>
        </p:nvSpPr>
        <p:spPr>
          <a:xfrm>
            <a:off x="17259300" y="542654"/>
            <a:ext cx="546702" cy="546702"/>
          </a:xfrm>
          <a:custGeom>
            <a:avLst/>
            <a:gdLst/>
            <a:ahLst/>
            <a:cxnLst/>
            <a:rect l="l" t="t" r="r" b="b"/>
            <a:pathLst>
              <a:path w="546702" h="546702" extrusionOk="0">
                <a:moveTo>
                  <a:pt x="0" y="0"/>
                </a:moveTo>
                <a:lnTo>
                  <a:pt x="546702" y="0"/>
                </a:lnTo>
                <a:lnTo>
                  <a:pt x="546702" y="546702"/>
                </a:lnTo>
                <a:lnTo>
                  <a:pt x="0" y="546702"/>
                </a:lnTo>
                <a:lnTo>
                  <a:pt x="0" y="0"/>
                </a:lnTo>
                <a:close/>
              </a:path>
            </a:pathLst>
          </a:custGeom>
          <a:blipFill rotWithShape="1">
            <a:blip r:embed="rId3">
              <a:alphaModFix/>
            </a:blip>
            <a:stretch>
              <a:fillRect/>
            </a:stretch>
          </a:blipFill>
          <a:ln>
            <a:noFill/>
          </a:ln>
        </p:spPr>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312"/>
        <p:cNvGrpSpPr/>
        <p:nvPr/>
      </p:nvGrpSpPr>
      <p:grpSpPr>
        <a:xfrm>
          <a:off x="0" y="0"/>
          <a:ext cx="0" cy="0"/>
          <a:chOff x="0" y="0"/>
          <a:chExt cx="0" cy="0"/>
        </a:xfrm>
      </p:grpSpPr>
      <p:grpSp>
        <p:nvGrpSpPr>
          <p:cNvPr id="313" name="Google Shape;313;p14"/>
          <p:cNvGrpSpPr/>
          <p:nvPr/>
        </p:nvGrpSpPr>
        <p:grpSpPr>
          <a:xfrm>
            <a:off x="-670310" y="-736428"/>
            <a:ext cx="19670481" cy="2376603"/>
            <a:chOff x="0" y="-38100"/>
            <a:chExt cx="5180703" cy="625937"/>
          </a:xfrm>
        </p:grpSpPr>
        <p:sp>
          <p:nvSpPr>
            <p:cNvPr id="314" name="Google Shape;314;p14"/>
            <p:cNvSpPr/>
            <p:nvPr/>
          </p:nvSpPr>
          <p:spPr>
            <a:xfrm>
              <a:off x="0" y="0"/>
              <a:ext cx="5180703" cy="587837"/>
            </a:xfrm>
            <a:custGeom>
              <a:avLst/>
              <a:gdLst/>
              <a:ahLst/>
              <a:cxnLst/>
              <a:rect l="l" t="t" r="r" b="b"/>
              <a:pathLst>
                <a:path w="5180703" h="587837" extrusionOk="0">
                  <a:moveTo>
                    <a:pt x="0" y="0"/>
                  </a:moveTo>
                  <a:lnTo>
                    <a:pt x="5180703" y="0"/>
                  </a:lnTo>
                  <a:lnTo>
                    <a:pt x="5180703" y="587837"/>
                  </a:lnTo>
                  <a:lnTo>
                    <a:pt x="0" y="587837"/>
                  </a:lnTo>
                  <a:close/>
                </a:path>
              </a:pathLst>
            </a:custGeom>
            <a:solidFill>
              <a:srgbClr val="790A0A"/>
            </a:solidFill>
            <a:ln>
              <a:noFill/>
            </a:ln>
          </p:spPr>
        </p:sp>
        <p:sp>
          <p:nvSpPr>
            <p:cNvPr id="315" name="Google Shape;315;p14"/>
            <p:cNvSpPr txBox="1"/>
            <p:nvPr/>
          </p:nvSpPr>
          <p:spPr>
            <a:xfrm>
              <a:off x="0" y="-38100"/>
              <a:ext cx="5180703" cy="625937"/>
            </a:xfrm>
            <a:prstGeom prst="rect">
              <a:avLst/>
            </a:prstGeom>
            <a:noFill/>
            <a:ln>
              <a:noFill/>
            </a:ln>
          </p:spPr>
          <p:txBody>
            <a:bodyPr spcFirstLastPara="1" wrap="square" lIns="50800" tIns="50800" rIns="50800" bIns="50800" anchor="ctr" anchorCtr="0">
              <a:noAutofit/>
            </a:bodyPr>
            <a:lstStyle/>
            <a:p>
              <a:pPr marL="0" marR="0" lvl="0" indent="0" algn="ctr" rtl="0">
                <a:lnSpc>
                  <a:spcPct val="147722"/>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grpSp>
      <p:grpSp>
        <p:nvGrpSpPr>
          <p:cNvPr id="316" name="Google Shape;316;p14"/>
          <p:cNvGrpSpPr/>
          <p:nvPr/>
        </p:nvGrpSpPr>
        <p:grpSpPr>
          <a:xfrm>
            <a:off x="-580047" y="9794239"/>
            <a:ext cx="19489954" cy="1158047"/>
            <a:chOff x="0" y="-38100"/>
            <a:chExt cx="5133157" cy="305000"/>
          </a:xfrm>
        </p:grpSpPr>
        <p:sp>
          <p:nvSpPr>
            <p:cNvPr id="317" name="Google Shape;317;p14"/>
            <p:cNvSpPr/>
            <p:nvPr/>
          </p:nvSpPr>
          <p:spPr>
            <a:xfrm>
              <a:off x="0" y="0"/>
              <a:ext cx="5133157" cy="266900"/>
            </a:xfrm>
            <a:custGeom>
              <a:avLst/>
              <a:gdLst/>
              <a:ahLst/>
              <a:cxnLst/>
              <a:rect l="l" t="t" r="r" b="b"/>
              <a:pathLst>
                <a:path w="5133157" h="266900" extrusionOk="0">
                  <a:moveTo>
                    <a:pt x="0" y="0"/>
                  </a:moveTo>
                  <a:lnTo>
                    <a:pt x="5133157" y="0"/>
                  </a:lnTo>
                  <a:lnTo>
                    <a:pt x="5133157" y="266900"/>
                  </a:lnTo>
                  <a:lnTo>
                    <a:pt x="0" y="266900"/>
                  </a:lnTo>
                  <a:close/>
                </a:path>
              </a:pathLst>
            </a:custGeom>
            <a:solidFill>
              <a:srgbClr val="790A0A"/>
            </a:solidFill>
            <a:ln>
              <a:noFill/>
            </a:ln>
          </p:spPr>
        </p:sp>
        <p:sp>
          <p:nvSpPr>
            <p:cNvPr id="318" name="Google Shape;318;p14"/>
            <p:cNvSpPr txBox="1"/>
            <p:nvPr/>
          </p:nvSpPr>
          <p:spPr>
            <a:xfrm>
              <a:off x="0" y="-38100"/>
              <a:ext cx="5133157" cy="305000"/>
            </a:xfrm>
            <a:prstGeom prst="rect">
              <a:avLst/>
            </a:prstGeom>
            <a:noFill/>
            <a:ln>
              <a:noFill/>
            </a:ln>
          </p:spPr>
          <p:txBody>
            <a:bodyPr spcFirstLastPara="1" wrap="square" lIns="50800" tIns="50800" rIns="50800" bIns="50800" anchor="ctr" anchorCtr="0">
              <a:noAutofit/>
            </a:bodyPr>
            <a:lstStyle/>
            <a:p>
              <a:pPr marL="0" marR="0" lvl="0" indent="0" algn="ctr" rtl="0">
                <a:lnSpc>
                  <a:spcPct val="147722"/>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grpSp>
      <p:cxnSp>
        <p:nvCxnSpPr>
          <p:cNvPr id="319" name="Google Shape;319;p14"/>
          <p:cNvCxnSpPr/>
          <p:nvPr/>
        </p:nvCxnSpPr>
        <p:spPr>
          <a:xfrm rot="5400000">
            <a:off x="3297077" y="514679"/>
            <a:ext cx="2231942" cy="0"/>
          </a:xfrm>
          <a:prstGeom prst="straightConnector1">
            <a:avLst/>
          </a:prstGeom>
          <a:noFill/>
          <a:ln w="19050" cap="flat" cmpd="sng">
            <a:solidFill>
              <a:srgbClr val="FFFFFF"/>
            </a:solidFill>
            <a:prstDash val="solid"/>
            <a:round/>
            <a:headEnd type="none" w="sm" len="sm"/>
            <a:tailEnd type="none" w="sm" len="sm"/>
          </a:ln>
        </p:spPr>
      </p:cxnSp>
      <p:cxnSp>
        <p:nvCxnSpPr>
          <p:cNvPr id="320" name="Google Shape;320;p14"/>
          <p:cNvCxnSpPr/>
          <p:nvPr/>
        </p:nvCxnSpPr>
        <p:spPr>
          <a:xfrm rot="10800000">
            <a:off x="-670310" y="1621125"/>
            <a:ext cx="19670481" cy="0"/>
          </a:xfrm>
          <a:prstGeom prst="straightConnector1">
            <a:avLst/>
          </a:prstGeom>
          <a:noFill/>
          <a:ln w="19050" cap="flat" cmpd="sng">
            <a:solidFill>
              <a:srgbClr val="000000"/>
            </a:solidFill>
            <a:prstDash val="solid"/>
            <a:round/>
            <a:headEnd type="none" w="sm" len="sm"/>
            <a:tailEnd type="none" w="sm" len="sm"/>
          </a:ln>
        </p:spPr>
      </p:cxnSp>
      <p:sp>
        <p:nvSpPr>
          <p:cNvPr id="321" name="Google Shape;321;p14"/>
          <p:cNvSpPr txBox="1"/>
          <p:nvPr/>
        </p:nvSpPr>
        <p:spPr>
          <a:xfrm>
            <a:off x="903849" y="2286353"/>
            <a:ext cx="10841063" cy="933289"/>
          </a:xfrm>
          <a:prstGeom prst="rect">
            <a:avLst/>
          </a:prstGeom>
          <a:noFill/>
          <a:ln>
            <a:noFill/>
          </a:ln>
        </p:spPr>
        <p:txBody>
          <a:bodyPr spcFirstLastPara="1" wrap="square" lIns="0" tIns="0" rIns="0" bIns="0" anchor="t" anchorCtr="0">
            <a:spAutoFit/>
          </a:bodyPr>
          <a:lstStyle/>
          <a:p>
            <a:pPr marL="0" marR="0" lvl="0" indent="0" algn="l" rtl="0">
              <a:lnSpc>
                <a:spcPct val="127005"/>
              </a:lnSpc>
              <a:spcBef>
                <a:spcPts val="0"/>
              </a:spcBef>
              <a:spcAft>
                <a:spcPts val="0"/>
              </a:spcAft>
              <a:buClr>
                <a:srgbClr val="000000"/>
              </a:buClr>
              <a:buSzPts val="5847"/>
              <a:buFont typeface="Arial"/>
              <a:buNone/>
            </a:pPr>
            <a:r>
              <a:rPr lang="en-US" sz="5847" b="0" i="0" u="none" strike="noStrike" cap="none">
                <a:solidFill>
                  <a:srgbClr val="000000"/>
                </a:solidFill>
                <a:latin typeface="Prompt Black"/>
                <a:ea typeface="Prompt Black"/>
                <a:cs typeface="Prompt Black"/>
                <a:sym typeface="Prompt Black"/>
              </a:rPr>
              <a:t>SCOPE</a:t>
            </a:r>
            <a:endParaRPr sz="1400" b="0" i="0" u="none" strike="noStrike" cap="none">
              <a:solidFill>
                <a:srgbClr val="000000"/>
              </a:solidFill>
              <a:latin typeface="Arial"/>
              <a:ea typeface="Arial"/>
              <a:cs typeface="Arial"/>
              <a:sym typeface="Arial"/>
            </a:endParaRPr>
          </a:p>
        </p:txBody>
      </p:sp>
      <p:sp>
        <p:nvSpPr>
          <p:cNvPr id="322" name="Google Shape;322;p14"/>
          <p:cNvSpPr txBox="1"/>
          <p:nvPr/>
        </p:nvSpPr>
        <p:spPr>
          <a:xfrm>
            <a:off x="855401" y="3581592"/>
            <a:ext cx="16619058" cy="5418022"/>
          </a:xfrm>
          <a:prstGeom prst="rect">
            <a:avLst/>
          </a:prstGeom>
          <a:noFill/>
          <a:ln>
            <a:noFill/>
          </a:ln>
        </p:spPr>
        <p:txBody>
          <a:bodyPr spcFirstLastPara="1" wrap="square" lIns="0" tIns="0" rIns="0" bIns="0" anchor="t" anchorCtr="0">
            <a:spAutoFit/>
          </a:bodyPr>
          <a:lstStyle/>
          <a:p>
            <a:pPr marL="474974" marR="0" lvl="1" algn="just" rtl="0">
              <a:lnSpc>
                <a:spcPct val="163014"/>
              </a:lnSpc>
              <a:spcBef>
                <a:spcPts val="0"/>
              </a:spcBef>
              <a:spcAft>
                <a:spcPts val="0"/>
              </a:spcAft>
              <a:buClr>
                <a:srgbClr val="000000"/>
              </a:buClr>
              <a:buSzPts val="4399"/>
            </a:pPr>
            <a:r>
              <a:rPr lang="en-US" sz="3600" dirty="0">
                <a:latin typeface="Nunito Sans ExtraLight" pitchFamily="2" charset="0"/>
              </a:rPr>
              <a:t>The </a:t>
            </a:r>
            <a:r>
              <a:rPr lang="en-US" sz="3600" b="1" dirty="0" err="1">
                <a:latin typeface="Nunito Sans ExtraLight" pitchFamily="2" charset="0"/>
              </a:rPr>
              <a:t>iCecilia</a:t>
            </a:r>
            <a:r>
              <a:rPr lang="en-US" sz="3600" b="1" dirty="0">
                <a:latin typeface="Nunito Sans ExtraLight" pitchFamily="2" charset="0"/>
              </a:rPr>
              <a:t> Smart Library Management System</a:t>
            </a:r>
            <a:r>
              <a:rPr lang="en-US" sz="3600" dirty="0">
                <a:latin typeface="Nunito Sans ExtraLight" pitchFamily="2" charset="0"/>
              </a:rPr>
              <a:t> is developed to automate the daily library operations of Saint Cecilia’s College through the integration of </a:t>
            </a:r>
            <a:r>
              <a:rPr lang="en-US" sz="3600" b="1" dirty="0">
                <a:latin typeface="Nunito Sans ExtraLight" pitchFamily="2" charset="0"/>
              </a:rPr>
              <a:t>QR code</a:t>
            </a:r>
            <a:r>
              <a:rPr lang="en-US" sz="3600" dirty="0">
                <a:latin typeface="Nunito Sans ExtraLight" pitchFamily="2" charset="0"/>
              </a:rPr>
              <a:t> and </a:t>
            </a:r>
            <a:r>
              <a:rPr lang="en-US" sz="3600" b="1" dirty="0">
                <a:latin typeface="Nunito Sans ExtraLight" pitchFamily="2" charset="0"/>
              </a:rPr>
              <a:t>RFID technology</a:t>
            </a:r>
            <a:r>
              <a:rPr lang="en-US" sz="3600" dirty="0">
                <a:latin typeface="Nunito Sans ExtraLight" pitchFamily="2" charset="0"/>
              </a:rPr>
              <a:t>. The primary scope of this study focuses on the implementation of a digital library management platform that manages book inventories, tracks student transactions, and monitors library attendance in a more efficient and systematic manner. </a:t>
            </a:r>
            <a:endParaRPr sz="3600" b="0" i="0" u="none" strike="noStrike" cap="none" dirty="0">
              <a:solidFill>
                <a:srgbClr val="000000"/>
              </a:solidFill>
              <a:latin typeface="Nunito Sans ExtraLight" pitchFamily="2" charset="0"/>
              <a:sym typeface="Arial"/>
            </a:endParaRPr>
          </a:p>
        </p:txBody>
      </p:sp>
      <p:sp>
        <p:nvSpPr>
          <p:cNvPr id="323" name="Google Shape;323;p14"/>
          <p:cNvSpPr txBox="1"/>
          <p:nvPr/>
        </p:nvSpPr>
        <p:spPr>
          <a:xfrm>
            <a:off x="666750" y="475979"/>
            <a:ext cx="3117648" cy="605028"/>
          </a:xfrm>
          <a:prstGeom prst="rect">
            <a:avLst/>
          </a:prstGeom>
          <a:noFill/>
          <a:ln>
            <a:noFill/>
          </a:ln>
        </p:spPr>
        <p:txBody>
          <a:bodyPr spcFirstLastPara="1" wrap="square" lIns="0" tIns="0" rIns="0" bIns="0" anchor="t" anchorCtr="0">
            <a:spAutoFit/>
          </a:bodyPr>
          <a:lstStyle/>
          <a:p>
            <a:pPr marL="0" marR="0" lvl="0" indent="0" algn="l" rtl="0">
              <a:lnSpc>
                <a:spcPct val="140039"/>
              </a:lnSpc>
              <a:spcBef>
                <a:spcPts val="0"/>
              </a:spcBef>
              <a:spcAft>
                <a:spcPts val="0"/>
              </a:spcAft>
              <a:buClr>
                <a:srgbClr val="000000"/>
              </a:buClr>
              <a:buSzPts val="3554"/>
              <a:buFont typeface="Arial"/>
              <a:buNone/>
            </a:pPr>
            <a:r>
              <a:rPr lang="en-US" sz="3554" b="1" i="0" u="none" strike="noStrike" cap="none">
                <a:solidFill>
                  <a:srgbClr val="FFFFFF"/>
                </a:solidFill>
                <a:latin typeface="Nunito Sans"/>
                <a:ea typeface="Nunito Sans"/>
                <a:cs typeface="Nunito Sans"/>
                <a:sym typeface="Nunito Sans"/>
              </a:rPr>
              <a:t>Cecilian Portal</a:t>
            </a:r>
            <a:endParaRPr sz="1400" b="0" i="0" u="none" strike="noStrike" cap="none">
              <a:solidFill>
                <a:srgbClr val="000000"/>
              </a:solidFill>
              <a:latin typeface="Arial"/>
              <a:ea typeface="Arial"/>
              <a:cs typeface="Arial"/>
              <a:sym typeface="Arial"/>
            </a:endParaRPr>
          </a:p>
        </p:txBody>
      </p:sp>
      <p:sp>
        <p:nvSpPr>
          <p:cNvPr id="324" name="Google Shape;324;p14"/>
          <p:cNvSpPr txBox="1"/>
          <p:nvPr/>
        </p:nvSpPr>
        <p:spPr>
          <a:xfrm>
            <a:off x="11380120" y="594280"/>
            <a:ext cx="2443433" cy="406527"/>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Clr>
                <a:srgbClr val="000000"/>
              </a:buClr>
              <a:buSzPts val="2370"/>
              <a:buFont typeface="Arial"/>
              <a:buNone/>
            </a:pPr>
            <a:r>
              <a:rPr lang="en-US" sz="2370" b="0" i="0" u="none" strike="noStrike" cap="none">
                <a:solidFill>
                  <a:srgbClr val="FFFFFF"/>
                </a:solidFill>
                <a:latin typeface="Nunito Sans ExtraLight"/>
                <a:ea typeface="Nunito Sans ExtraLight"/>
                <a:cs typeface="Nunito Sans ExtraLight"/>
                <a:sym typeface="Nunito Sans ExtraLight"/>
              </a:rPr>
              <a:t>System Design</a:t>
            </a:r>
            <a:endParaRPr sz="1400" b="0" i="0" u="none" strike="noStrike" cap="none">
              <a:solidFill>
                <a:srgbClr val="000000"/>
              </a:solidFill>
              <a:latin typeface="Arial"/>
              <a:ea typeface="Arial"/>
              <a:cs typeface="Arial"/>
              <a:sym typeface="Arial"/>
            </a:endParaRPr>
          </a:p>
        </p:txBody>
      </p:sp>
      <p:sp>
        <p:nvSpPr>
          <p:cNvPr id="325" name="Google Shape;325;p14"/>
          <p:cNvSpPr txBox="1"/>
          <p:nvPr/>
        </p:nvSpPr>
        <p:spPr>
          <a:xfrm>
            <a:off x="9235533" y="584755"/>
            <a:ext cx="1737007" cy="406527"/>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Clr>
                <a:srgbClr val="000000"/>
              </a:buClr>
              <a:buSzPts val="2370"/>
              <a:buFont typeface="Arial"/>
              <a:buNone/>
            </a:pPr>
            <a:r>
              <a:rPr lang="en-US" sz="2370" b="0" i="0" u="none" strike="noStrike" cap="none">
                <a:solidFill>
                  <a:srgbClr val="FFFFFF"/>
                </a:solidFill>
                <a:latin typeface="Nunito Sans ExtraLight"/>
                <a:ea typeface="Nunito Sans ExtraLight"/>
                <a:cs typeface="Nunito Sans ExtraLight"/>
                <a:sym typeface="Nunito Sans ExtraLight"/>
              </a:rPr>
              <a:t>Methodology</a:t>
            </a:r>
            <a:endParaRPr sz="1400" b="0" i="0" u="none" strike="noStrike" cap="none">
              <a:solidFill>
                <a:srgbClr val="000000"/>
              </a:solidFill>
              <a:latin typeface="Arial"/>
              <a:ea typeface="Arial"/>
              <a:cs typeface="Arial"/>
              <a:sym typeface="Arial"/>
            </a:endParaRPr>
          </a:p>
        </p:txBody>
      </p:sp>
      <p:sp>
        <p:nvSpPr>
          <p:cNvPr id="326" name="Google Shape;326;p14"/>
          <p:cNvSpPr txBox="1"/>
          <p:nvPr/>
        </p:nvSpPr>
        <p:spPr>
          <a:xfrm>
            <a:off x="4896349" y="584755"/>
            <a:ext cx="1984659" cy="406527"/>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Clr>
                <a:srgbClr val="000000"/>
              </a:buClr>
              <a:buSzPts val="2370"/>
              <a:buFont typeface="Arial"/>
              <a:buNone/>
            </a:pPr>
            <a:r>
              <a:rPr lang="en-US" sz="2370" b="0" i="0" u="none" strike="noStrike" cap="none">
                <a:solidFill>
                  <a:srgbClr val="FFFFFF"/>
                </a:solidFill>
                <a:latin typeface="Nunito Sans ExtraLight"/>
                <a:ea typeface="Nunito Sans ExtraLight"/>
                <a:cs typeface="Nunito Sans ExtraLight"/>
                <a:sym typeface="Nunito Sans ExtraLight"/>
              </a:rPr>
              <a:t>Introduction</a:t>
            </a:r>
            <a:endParaRPr sz="1400" b="0" i="0" u="none" strike="noStrike" cap="none">
              <a:solidFill>
                <a:srgbClr val="000000"/>
              </a:solidFill>
              <a:latin typeface="Arial"/>
              <a:ea typeface="Arial"/>
              <a:cs typeface="Arial"/>
              <a:sym typeface="Arial"/>
            </a:endParaRPr>
          </a:p>
        </p:txBody>
      </p:sp>
      <p:sp>
        <p:nvSpPr>
          <p:cNvPr id="327" name="Google Shape;327;p14"/>
          <p:cNvSpPr txBox="1"/>
          <p:nvPr/>
        </p:nvSpPr>
        <p:spPr>
          <a:xfrm>
            <a:off x="14098165" y="603805"/>
            <a:ext cx="2748483" cy="406527"/>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Clr>
                <a:srgbClr val="000000"/>
              </a:buClr>
              <a:buSzPts val="2370"/>
              <a:buFont typeface="Arial"/>
              <a:buNone/>
            </a:pPr>
            <a:r>
              <a:rPr lang="en-US" sz="2370" b="0" i="0" u="none" strike="noStrike" cap="none">
                <a:solidFill>
                  <a:srgbClr val="FFFFFF"/>
                </a:solidFill>
                <a:latin typeface="Nunito Sans ExtraLight"/>
                <a:ea typeface="Nunito Sans ExtraLight"/>
                <a:cs typeface="Nunito Sans ExtraLight"/>
                <a:sym typeface="Nunito Sans ExtraLight"/>
              </a:rPr>
              <a:t>Evaluating &amp; Testing</a:t>
            </a:r>
            <a:endParaRPr sz="1400" b="0" i="0" u="none" strike="noStrike" cap="none">
              <a:solidFill>
                <a:srgbClr val="000000"/>
              </a:solidFill>
              <a:latin typeface="Arial"/>
              <a:ea typeface="Arial"/>
              <a:cs typeface="Arial"/>
              <a:sym typeface="Arial"/>
            </a:endParaRPr>
          </a:p>
        </p:txBody>
      </p:sp>
      <p:sp>
        <p:nvSpPr>
          <p:cNvPr id="328" name="Google Shape;328;p14"/>
          <p:cNvSpPr/>
          <p:nvPr/>
        </p:nvSpPr>
        <p:spPr>
          <a:xfrm>
            <a:off x="17259300" y="542654"/>
            <a:ext cx="546702" cy="546702"/>
          </a:xfrm>
          <a:custGeom>
            <a:avLst/>
            <a:gdLst/>
            <a:ahLst/>
            <a:cxnLst/>
            <a:rect l="l" t="t" r="r" b="b"/>
            <a:pathLst>
              <a:path w="546702" h="546702" extrusionOk="0">
                <a:moveTo>
                  <a:pt x="0" y="0"/>
                </a:moveTo>
                <a:lnTo>
                  <a:pt x="546702" y="0"/>
                </a:lnTo>
                <a:lnTo>
                  <a:pt x="546702" y="546702"/>
                </a:lnTo>
                <a:lnTo>
                  <a:pt x="0" y="546702"/>
                </a:lnTo>
                <a:lnTo>
                  <a:pt x="0" y="0"/>
                </a:lnTo>
                <a:close/>
              </a:path>
            </a:pathLst>
          </a:custGeom>
          <a:blipFill rotWithShape="1">
            <a:blip r:embed="rId3">
              <a:alphaModFix/>
            </a:blip>
            <a:stretch>
              <a:fillRect/>
            </a:stretch>
          </a:blipFill>
          <a:ln>
            <a:noFill/>
          </a:ln>
        </p:spPr>
      </p:sp>
      <p:sp>
        <p:nvSpPr>
          <p:cNvPr id="329" name="Google Shape;329;p14"/>
          <p:cNvSpPr txBox="1"/>
          <p:nvPr/>
        </p:nvSpPr>
        <p:spPr>
          <a:xfrm>
            <a:off x="7176992" y="584755"/>
            <a:ext cx="1641437" cy="423193"/>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Clr>
                <a:srgbClr val="000000"/>
              </a:buClr>
              <a:buSzPts val="2370"/>
              <a:buFont typeface="Arial"/>
              <a:buNone/>
            </a:pPr>
            <a:r>
              <a:rPr lang="en-US" sz="2370" b="0" i="0" u="none" strike="noStrike" cap="none">
                <a:solidFill>
                  <a:srgbClr val="FFFFFF"/>
                </a:solidFill>
                <a:latin typeface="Nunito Sans ExtraLight"/>
                <a:ea typeface="Nunito Sans ExtraLight"/>
                <a:cs typeface="Nunito Sans ExtraLight"/>
                <a:sym typeface="Nunito Sans ExtraLight"/>
              </a:rPr>
              <a:t>Literatures</a:t>
            </a:r>
            <a:endParaRPr sz="2370" b="0" i="0" u="none" strike="noStrike" cap="none">
              <a:solidFill>
                <a:srgbClr val="FFFFFF"/>
              </a:solidFill>
              <a:latin typeface="Nunito Sans ExtraLight"/>
              <a:ea typeface="Nunito Sans ExtraLight"/>
              <a:cs typeface="Nunito Sans ExtraLight"/>
              <a:sym typeface="Nunito Sans ExtraLight"/>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333"/>
        <p:cNvGrpSpPr/>
        <p:nvPr/>
      </p:nvGrpSpPr>
      <p:grpSpPr>
        <a:xfrm>
          <a:off x="0" y="0"/>
          <a:ext cx="0" cy="0"/>
          <a:chOff x="0" y="0"/>
          <a:chExt cx="0" cy="0"/>
        </a:xfrm>
      </p:grpSpPr>
      <p:grpSp>
        <p:nvGrpSpPr>
          <p:cNvPr id="334" name="Google Shape;334;p15"/>
          <p:cNvGrpSpPr/>
          <p:nvPr/>
        </p:nvGrpSpPr>
        <p:grpSpPr>
          <a:xfrm>
            <a:off x="-670310" y="-736428"/>
            <a:ext cx="19670481" cy="2376603"/>
            <a:chOff x="0" y="-38100"/>
            <a:chExt cx="5180703" cy="625937"/>
          </a:xfrm>
        </p:grpSpPr>
        <p:sp>
          <p:nvSpPr>
            <p:cNvPr id="335" name="Google Shape;335;p15"/>
            <p:cNvSpPr/>
            <p:nvPr/>
          </p:nvSpPr>
          <p:spPr>
            <a:xfrm>
              <a:off x="0" y="0"/>
              <a:ext cx="5180703" cy="587837"/>
            </a:xfrm>
            <a:custGeom>
              <a:avLst/>
              <a:gdLst/>
              <a:ahLst/>
              <a:cxnLst/>
              <a:rect l="l" t="t" r="r" b="b"/>
              <a:pathLst>
                <a:path w="5180703" h="587837" extrusionOk="0">
                  <a:moveTo>
                    <a:pt x="0" y="0"/>
                  </a:moveTo>
                  <a:lnTo>
                    <a:pt x="5180703" y="0"/>
                  </a:lnTo>
                  <a:lnTo>
                    <a:pt x="5180703" y="587837"/>
                  </a:lnTo>
                  <a:lnTo>
                    <a:pt x="0" y="587837"/>
                  </a:lnTo>
                  <a:close/>
                </a:path>
              </a:pathLst>
            </a:custGeom>
            <a:solidFill>
              <a:srgbClr val="790A0A"/>
            </a:solidFill>
            <a:ln>
              <a:noFill/>
            </a:ln>
          </p:spPr>
        </p:sp>
        <p:sp>
          <p:nvSpPr>
            <p:cNvPr id="336" name="Google Shape;336;p15"/>
            <p:cNvSpPr txBox="1"/>
            <p:nvPr/>
          </p:nvSpPr>
          <p:spPr>
            <a:xfrm>
              <a:off x="0" y="-38100"/>
              <a:ext cx="5180703" cy="625937"/>
            </a:xfrm>
            <a:prstGeom prst="rect">
              <a:avLst/>
            </a:prstGeom>
            <a:noFill/>
            <a:ln>
              <a:noFill/>
            </a:ln>
          </p:spPr>
          <p:txBody>
            <a:bodyPr spcFirstLastPara="1" wrap="square" lIns="50800" tIns="50800" rIns="50800" bIns="50800" anchor="ctr" anchorCtr="0">
              <a:noAutofit/>
            </a:bodyPr>
            <a:lstStyle/>
            <a:p>
              <a:pPr marL="0" marR="0" lvl="0" indent="0" algn="ctr" rtl="0">
                <a:lnSpc>
                  <a:spcPct val="147722"/>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grpSp>
      <p:grpSp>
        <p:nvGrpSpPr>
          <p:cNvPr id="337" name="Google Shape;337;p15"/>
          <p:cNvGrpSpPr/>
          <p:nvPr/>
        </p:nvGrpSpPr>
        <p:grpSpPr>
          <a:xfrm>
            <a:off x="-580047" y="9794239"/>
            <a:ext cx="19489954" cy="1158047"/>
            <a:chOff x="0" y="-38100"/>
            <a:chExt cx="5133157" cy="305000"/>
          </a:xfrm>
        </p:grpSpPr>
        <p:sp>
          <p:nvSpPr>
            <p:cNvPr id="338" name="Google Shape;338;p15"/>
            <p:cNvSpPr/>
            <p:nvPr/>
          </p:nvSpPr>
          <p:spPr>
            <a:xfrm>
              <a:off x="0" y="0"/>
              <a:ext cx="5133157" cy="266900"/>
            </a:xfrm>
            <a:custGeom>
              <a:avLst/>
              <a:gdLst/>
              <a:ahLst/>
              <a:cxnLst/>
              <a:rect l="l" t="t" r="r" b="b"/>
              <a:pathLst>
                <a:path w="5133157" h="266900" extrusionOk="0">
                  <a:moveTo>
                    <a:pt x="0" y="0"/>
                  </a:moveTo>
                  <a:lnTo>
                    <a:pt x="5133157" y="0"/>
                  </a:lnTo>
                  <a:lnTo>
                    <a:pt x="5133157" y="266900"/>
                  </a:lnTo>
                  <a:lnTo>
                    <a:pt x="0" y="266900"/>
                  </a:lnTo>
                  <a:close/>
                </a:path>
              </a:pathLst>
            </a:custGeom>
            <a:solidFill>
              <a:srgbClr val="790A0A"/>
            </a:solidFill>
            <a:ln>
              <a:noFill/>
            </a:ln>
          </p:spPr>
        </p:sp>
        <p:sp>
          <p:nvSpPr>
            <p:cNvPr id="339" name="Google Shape;339;p15"/>
            <p:cNvSpPr txBox="1"/>
            <p:nvPr/>
          </p:nvSpPr>
          <p:spPr>
            <a:xfrm>
              <a:off x="0" y="-38100"/>
              <a:ext cx="5133157" cy="305000"/>
            </a:xfrm>
            <a:prstGeom prst="rect">
              <a:avLst/>
            </a:prstGeom>
            <a:noFill/>
            <a:ln>
              <a:noFill/>
            </a:ln>
          </p:spPr>
          <p:txBody>
            <a:bodyPr spcFirstLastPara="1" wrap="square" lIns="50800" tIns="50800" rIns="50800" bIns="50800" anchor="ctr" anchorCtr="0">
              <a:noAutofit/>
            </a:bodyPr>
            <a:lstStyle/>
            <a:p>
              <a:pPr marL="0" marR="0" lvl="0" indent="0" algn="ctr" rtl="0">
                <a:lnSpc>
                  <a:spcPct val="147722"/>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grpSp>
      <p:cxnSp>
        <p:nvCxnSpPr>
          <p:cNvPr id="340" name="Google Shape;340;p15"/>
          <p:cNvCxnSpPr/>
          <p:nvPr/>
        </p:nvCxnSpPr>
        <p:spPr>
          <a:xfrm rot="5400000">
            <a:off x="3297077" y="514679"/>
            <a:ext cx="2231942" cy="0"/>
          </a:xfrm>
          <a:prstGeom prst="straightConnector1">
            <a:avLst/>
          </a:prstGeom>
          <a:noFill/>
          <a:ln w="19050" cap="flat" cmpd="sng">
            <a:solidFill>
              <a:srgbClr val="FFFFFF"/>
            </a:solidFill>
            <a:prstDash val="solid"/>
            <a:round/>
            <a:headEnd type="none" w="sm" len="sm"/>
            <a:tailEnd type="none" w="sm" len="sm"/>
          </a:ln>
        </p:spPr>
      </p:cxnSp>
      <p:cxnSp>
        <p:nvCxnSpPr>
          <p:cNvPr id="341" name="Google Shape;341;p15"/>
          <p:cNvCxnSpPr/>
          <p:nvPr/>
        </p:nvCxnSpPr>
        <p:spPr>
          <a:xfrm rot="10800000">
            <a:off x="-670310" y="1621125"/>
            <a:ext cx="19670481" cy="0"/>
          </a:xfrm>
          <a:prstGeom prst="straightConnector1">
            <a:avLst/>
          </a:prstGeom>
          <a:noFill/>
          <a:ln w="19050" cap="flat" cmpd="sng">
            <a:solidFill>
              <a:srgbClr val="000000"/>
            </a:solidFill>
            <a:prstDash val="solid"/>
            <a:round/>
            <a:headEnd type="none" w="sm" len="sm"/>
            <a:tailEnd type="none" w="sm" len="sm"/>
          </a:ln>
        </p:spPr>
      </p:cxnSp>
      <p:sp>
        <p:nvSpPr>
          <p:cNvPr id="342" name="Google Shape;342;p15"/>
          <p:cNvSpPr txBox="1"/>
          <p:nvPr/>
        </p:nvSpPr>
        <p:spPr>
          <a:xfrm>
            <a:off x="903849" y="2286353"/>
            <a:ext cx="10841063" cy="933289"/>
          </a:xfrm>
          <a:prstGeom prst="rect">
            <a:avLst/>
          </a:prstGeom>
          <a:noFill/>
          <a:ln>
            <a:noFill/>
          </a:ln>
        </p:spPr>
        <p:txBody>
          <a:bodyPr spcFirstLastPara="1" wrap="square" lIns="0" tIns="0" rIns="0" bIns="0" anchor="t" anchorCtr="0">
            <a:spAutoFit/>
          </a:bodyPr>
          <a:lstStyle/>
          <a:p>
            <a:pPr marL="0" marR="0" lvl="0" indent="0" algn="l" rtl="0">
              <a:lnSpc>
                <a:spcPct val="127005"/>
              </a:lnSpc>
              <a:spcBef>
                <a:spcPts val="0"/>
              </a:spcBef>
              <a:spcAft>
                <a:spcPts val="0"/>
              </a:spcAft>
              <a:buClr>
                <a:srgbClr val="000000"/>
              </a:buClr>
              <a:buSzPts val="5847"/>
              <a:buFont typeface="Arial"/>
              <a:buNone/>
            </a:pPr>
            <a:r>
              <a:rPr lang="en-US" sz="5847" b="0" i="0" u="none" strike="noStrike" cap="none">
                <a:solidFill>
                  <a:srgbClr val="000000"/>
                </a:solidFill>
                <a:latin typeface="Prompt Black"/>
                <a:ea typeface="Prompt Black"/>
                <a:cs typeface="Prompt Black"/>
                <a:sym typeface="Prompt Black"/>
              </a:rPr>
              <a:t>SCOPE</a:t>
            </a:r>
            <a:endParaRPr sz="1400" b="0" i="0" u="none" strike="noStrike" cap="none">
              <a:solidFill>
                <a:srgbClr val="000000"/>
              </a:solidFill>
              <a:latin typeface="Arial"/>
              <a:ea typeface="Arial"/>
              <a:cs typeface="Arial"/>
              <a:sym typeface="Arial"/>
            </a:endParaRPr>
          </a:p>
        </p:txBody>
      </p:sp>
      <p:sp>
        <p:nvSpPr>
          <p:cNvPr id="343" name="Google Shape;343;p15"/>
          <p:cNvSpPr txBox="1"/>
          <p:nvPr/>
        </p:nvSpPr>
        <p:spPr>
          <a:xfrm>
            <a:off x="903849" y="3478419"/>
            <a:ext cx="16477315" cy="5429179"/>
          </a:xfrm>
          <a:prstGeom prst="rect">
            <a:avLst/>
          </a:prstGeom>
          <a:noFill/>
          <a:ln>
            <a:noFill/>
          </a:ln>
        </p:spPr>
        <p:txBody>
          <a:bodyPr spcFirstLastPara="1" wrap="square" lIns="0" tIns="0" rIns="0" bIns="0" anchor="t" anchorCtr="0">
            <a:spAutoFit/>
          </a:bodyPr>
          <a:lstStyle/>
          <a:p>
            <a:pPr marL="474974" marR="0" lvl="1" algn="just" rtl="0">
              <a:lnSpc>
                <a:spcPct val="140009"/>
              </a:lnSpc>
              <a:spcBef>
                <a:spcPts val="0"/>
              </a:spcBef>
              <a:spcAft>
                <a:spcPts val="0"/>
              </a:spcAft>
              <a:buClr>
                <a:srgbClr val="000000"/>
              </a:buClr>
              <a:buSzPts val="4399"/>
            </a:pPr>
            <a:r>
              <a:rPr lang="en-US" sz="3600" dirty="0">
                <a:latin typeface="Nunito Sans ExtraLight" pitchFamily="2" charset="0"/>
              </a:rPr>
              <a:t>Through QR integration, each book in the inventory is assigned a </a:t>
            </a:r>
            <a:r>
              <a:rPr lang="en-US" sz="3600" b="1" dirty="0">
                <a:latin typeface="Nunito Sans ExtraLight" pitchFamily="2" charset="0"/>
              </a:rPr>
              <a:t>unique QR code</a:t>
            </a:r>
            <a:r>
              <a:rPr lang="en-US" sz="3600" dirty="0">
                <a:latin typeface="Nunito Sans ExtraLight" pitchFamily="2" charset="0"/>
              </a:rPr>
              <a:t>, which stores its essential information such as the title, author, publisher, and category. This enables the staff to process borrowing and returning transactions by simply scanning the QR code of the book. Meanwhile, </a:t>
            </a:r>
            <a:r>
              <a:rPr lang="en-US" sz="3600" b="1" dirty="0">
                <a:latin typeface="Nunito Sans ExtraLight" pitchFamily="2" charset="0"/>
              </a:rPr>
              <a:t>RFID integration</a:t>
            </a:r>
            <a:r>
              <a:rPr lang="en-US" sz="3600" dirty="0">
                <a:latin typeface="Nunito Sans ExtraLight" pitchFamily="2" charset="0"/>
              </a:rPr>
              <a:t> allows the system to identify and record each student’s attendance in the library by using their assigned RFID card or FID code. This ensures accurate monitoring of time-in and time-out records for every student visiting the library.</a:t>
            </a:r>
            <a:endParaRPr sz="3600" b="0" i="0" u="none" strike="noStrike" cap="none" dirty="0">
              <a:solidFill>
                <a:srgbClr val="000000"/>
              </a:solidFill>
              <a:latin typeface="Nunito Sans ExtraLight" pitchFamily="2" charset="0"/>
              <a:sym typeface="Arial"/>
            </a:endParaRPr>
          </a:p>
        </p:txBody>
      </p:sp>
      <p:sp>
        <p:nvSpPr>
          <p:cNvPr id="344" name="Google Shape;344;p15"/>
          <p:cNvSpPr txBox="1"/>
          <p:nvPr/>
        </p:nvSpPr>
        <p:spPr>
          <a:xfrm>
            <a:off x="666750" y="475979"/>
            <a:ext cx="3117648" cy="605028"/>
          </a:xfrm>
          <a:prstGeom prst="rect">
            <a:avLst/>
          </a:prstGeom>
          <a:noFill/>
          <a:ln>
            <a:noFill/>
          </a:ln>
        </p:spPr>
        <p:txBody>
          <a:bodyPr spcFirstLastPara="1" wrap="square" lIns="0" tIns="0" rIns="0" bIns="0" anchor="t" anchorCtr="0">
            <a:spAutoFit/>
          </a:bodyPr>
          <a:lstStyle/>
          <a:p>
            <a:pPr marL="0" marR="0" lvl="0" indent="0" algn="l" rtl="0">
              <a:lnSpc>
                <a:spcPct val="140039"/>
              </a:lnSpc>
              <a:spcBef>
                <a:spcPts val="0"/>
              </a:spcBef>
              <a:spcAft>
                <a:spcPts val="0"/>
              </a:spcAft>
              <a:buClr>
                <a:srgbClr val="000000"/>
              </a:buClr>
              <a:buSzPts val="3554"/>
              <a:buFont typeface="Arial"/>
              <a:buNone/>
            </a:pPr>
            <a:r>
              <a:rPr lang="en-US" sz="3554" b="1" i="0" u="none" strike="noStrike" cap="none">
                <a:solidFill>
                  <a:srgbClr val="FFFFFF"/>
                </a:solidFill>
                <a:latin typeface="Nunito Sans"/>
                <a:ea typeface="Nunito Sans"/>
                <a:cs typeface="Nunito Sans"/>
                <a:sym typeface="Nunito Sans"/>
              </a:rPr>
              <a:t>Cecilian Portal</a:t>
            </a:r>
            <a:endParaRPr sz="1400" b="0" i="0" u="none" strike="noStrike" cap="none">
              <a:solidFill>
                <a:srgbClr val="000000"/>
              </a:solidFill>
              <a:latin typeface="Arial"/>
              <a:ea typeface="Arial"/>
              <a:cs typeface="Arial"/>
              <a:sym typeface="Arial"/>
            </a:endParaRPr>
          </a:p>
        </p:txBody>
      </p:sp>
      <p:sp>
        <p:nvSpPr>
          <p:cNvPr id="345" name="Google Shape;345;p15"/>
          <p:cNvSpPr txBox="1"/>
          <p:nvPr/>
        </p:nvSpPr>
        <p:spPr>
          <a:xfrm>
            <a:off x="11380120" y="594280"/>
            <a:ext cx="2443433" cy="406527"/>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Clr>
                <a:srgbClr val="000000"/>
              </a:buClr>
              <a:buSzPts val="2370"/>
              <a:buFont typeface="Arial"/>
              <a:buNone/>
            </a:pPr>
            <a:r>
              <a:rPr lang="en-US" sz="2370" b="0" i="0" u="none" strike="noStrike" cap="none">
                <a:solidFill>
                  <a:srgbClr val="FFFFFF"/>
                </a:solidFill>
                <a:latin typeface="Nunito Sans ExtraLight"/>
                <a:ea typeface="Nunito Sans ExtraLight"/>
                <a:cs typeface="Nunito Sans ExtraLight"/>
                <a:sym typeface="Nunito Sans ExtraLight"/>
              </a:rPr>
              <a:t>System Design</a:t>
            </a:r>
            <a:endParaRPr sz="1400" b="0" i="0" u="none" strike="noStrike" cap="none">
              <a:solidFill>
                <a:srgbClr val="000000"/>
              </a:solidFill>
              <a:latin typeface="Arial"/>
              <a:ea typeface="Arial"/>
              <a:cs typeface="Arial"/>
              <a:sym typeface="Arial"/>
            </a:endParaRPr>
          </a:p>
        </p:txBody>
      </p:sp>
      <p:sp>
        <p:nvSpPr>
          <p:cNvPr id="346" name="Google Shape;346;p15"/>
          <p:cNvSpPr txBox="1"/>
          <p:nvPr/>
        </p:nvSpPr>
        <p:spPr>
          <a:xfrm>
            <a:off x="9235533" y="584755"/>
            <a:ext cx="1737007" cy="406527"/>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Clr>
                <a:srgbClr val="000000"/>
              </a:buClr>
              <a:buSzPts val="2370"/>
              <a:buFont typeface="Arial"/>
              <a:buNone/>
            </a:pPr>
            <a:r>
              <a:rPr lang="en-US" sz="2370" b="0" i="0" u="none" strike="noStrike" cap="none">
                <a:solidFill>
                  <a:srgbClr val="FFFFFF"/>
                </a:solidFill>
                <a:latin typeface="Nunito Sans ExtraLight"/>
                <a:ea typeface="Nunito Sans ExtraLight"/>
                <a:cs typeface="Nunito Sans ExtraLight"/>
                <a:sym typeface="Nunito Sans ExtraLight"/>
              </a:rPr>
              <a:t>Methodology</a:t>
            </a:r>
            <a:endParaRPr sz="1400" b="0" i="0" u="none" strike="noStrike" cap="none">
              <a:solidFill>
                <a:srgbClr val="000000"/>
              </a:solidFill>
              <a:latin typeface="Arial"/>
              <a:ea typeface="Arial"/>
              <a:cs typeface="Arial"/>
              <a:sym typeface="Arial"/>
            </a:endParaRPr>
          </a:p>
        </p:txBody>
      </p:sp>
      <p:sp>
        <p:nvSpPr>
          <p:cNvPr id="347" name="Google Shape;347;p15"/>
          <p:cNvSpPr txBox="1"/>
          <p:nvPr/>
        </p:nvSpPr>
        <p:spPr>
          <a:xfrm>
            <a:off x="4896349" y="584755"/>
            <a:ext cx="1984659" cy="406527"/>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Clr>
                <a:srgbClr val="000000"/>
              </a:buClr>
              <a:buSzPts val="2370"/>
              <a:buFont typeface="Arial"/>
              <a:buNone/>
            </a:pPr>
            <a:r>
              <a:rPr lang="en-US" sz="2370" b="0" i="0" u="none" strike="noStrike" cap="none">
                <a:solidFill>
                  <a:srgbClr val="FFFFFF"/>
                </a:solidFill>
                <a:latin typeface="Nunito Sans ExtraLight"/>
                <a:ea typeface="Nunito Sans ExtraLight"/>
                <a:cs typeface="Nunito Sans ExtraLight"/>
                <a:sym typeface="Nunito Sans ExtraLight"/>
              </a:rPr>
              <a:t>Introduction</a:t>
            </a:r>
            <a:endParaRPr sz="1400" b="0" i="0" u="none" strike="noStrike" cap="none">
              <a:solidFill>
                <a:srgbClr val="000000"/>
              </a:solidFill>
              <a:latin typeface="Arial"/>
              <a:ea typeface="Arial"/>
              <a:cs typeface="Arial"/>
              <a:sym typeface="Arial"/>
            </a:endParaRPr>
          </a:p>
        </p:txBody>
      </p:sp>
      <p:sp>
        <p:nvSpPr>
          <p:cNvPr id="348" name="Google Shape;348;p15"/>
          <p:cNvSpPr txBox="1"/>
          <p:nvPr/>
        </p:nvSpPr>
        <p:spPr>
          <a:xfrm>
            <a:off x="14098165" y="603805"/>
            <a:ext cx="2748483" cy="406527"/>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Clr>
                <a:srgbClr val="000000"/>
              </a:buClr>
              <a:buSzPts val="2370"/>
              <a:buFont typeface="Arial"/>
              <a:buNone/>
            </a:pPr>
            <a:r>
              <a:rPr lang="en-US" sz="2370" b="0" i="0" u="none" strike="noStrike" cap="none">
                <a:solidFill>
                  <a:srgbClr val="FFFFFF"/>
                </a:solidFill>
                <a:latin typeface="Nunito Sans ExtraLight"/>
                <a:ea typeface="Nunito Sans ExtraLight"/>
                <a:cs typeface="Nunito Sans ExtraLight"/>
                <a:sym typeface="Nunito Sans ExtraLight"/>
              </a:rPr>
              <a:t>Evaluating &amp; Testing</a:t>
            </a:r>
            <a:endParaRPr sz="1400" b="0" i="0" u="none" strike="noStrike" cap="none">
              <a:solidFill>
                <a:srgbClr val="000000"/>
              </a:solidFill>
              <a:latin typeface="Arial"/>
              <a:ea typeface="Arial"/>
              <a:cs typeface="Arial"/>
              <a:sym typeface="Arial"/>
            </a:endParaRPr>
          </a:p>
        </p:txBody>
      </p:sp>
      <p:sp>
        <p:nvSpPr>
          <p:cNvPr id="349" name="Google Shape;349;p15"/>
          <p:cNvSpPr/>
          <p:nvPr/>
        </p:nvSpPr>
        <p:spPr>
          <a:xfrm>
            <a:off x="17259300" y="542654"/>
            <a:ext cx="546702" cy="546702"/>
          </a:xfrm>
          <a:custGeom>
            <a:avLst/>
            <a:gdLst/>
            <a:ahLst/>
            <a:cxnLst/>
            <a:rect l="l" t="t" r="r" b="b"/>
            <a:pathLst>
              <a:path w="546702" h="546702" extrusionOk="0">
                <a:moveTo>
                  <a:pt x="0" y="0"/>
                </a:moveTo>
                <a:lnTo>
                  <a:pt x="546702" y="0"/>
                </a:lnTo>
                <a:lnTo>
                  <a:pt x="546702" y="546702"/>
                </a:lnTo>
                <a:lnTo>
                  <a:pt x="0" y="546702"/>
                </a:lnTo>
                <a:lnTo>
                  <a:pt x="0" y="0"/>
                </a:lnTo>
                <a:close/>
              </a:path>
            </a:pathLst>
          </a:custGeom>
          <a:blipFill rotWithShape="1">
            <a:blip r:embed="rId3">
              <a:alphaModFix/>
            </a:blip>
            <a:stretch>
              <a:fillRect/>
            </a:stretch>
          </a:blipFill>
          <a:ln>
            <a:noFill/>
          </a:ln>
        </p:spPr>
      </p:sp>
      <p:sp>
        <p:nvSpPr>
          <p:cNvPr id="350" name="Google Shape;350;p15"/>
          <p:cNvSpPr txBox="1"/>
          <p:nvPr/>
        </p:nvSpPr>
        <p:spPr>
          <a:xfrm>
            <a:off x="7176992" y="584755"/>
            <a:ext cx="1641437" cy="423193"/>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Clr>
                <a:srgbClr val="000000"/>
              </a:buClr>
              <a:buSzPts val="2370"/>
              <a:buFont typeface="Arial"/>
              <a:buNone/>
            </a:pPr>
            <a:r>
              <a:rPr lang="en-US" sz="2370" b="0" i="0" u="none" strike="noStrike" cap="none">
                <a:solidFill>
                  <a:srgbClr val="FFFFFF"/>
                </a:solidFill>
                <a:latin typeface="Nunito Sans ExtraLight"/>
                <a:ea typeface="Nunito Sans ExtraLight"/>
                <a:cs typeface="Nunito Sans ExtraLight"/>
                <a:sym typeface="Nunito Sans ExtraLight"/>
              </a:rPr>
              <a:t>Literatures</a:t>
            </a:r>
            <a:endParaRPr sz="2370" b="0" i="0" u="none" strike="noStrike" cap="none">
              <a:solidFill>
                <a:srgbClr val="FFFFFF"/>
              </a:solidFill>
              <a:latin typeface="Nunito Sans ExtraLight"/>
              <a:ea typeface="Nunito Sans ExtraLight"/>
              <a:cs typeface="Nunito Sans ExtraLight"/>
              <a:sym typeface="Nunito Sans ExtraLight"/>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375"/>
        <p:cNvGrpSpPr/>
        <p:nvPr/>
      </p:nvGrpSpPr>
      <p:grpSpPr>
        <a:xfrm>
          <a:off x="0" y="0"/>
          <a:ext cx="0" cy="0"/>
          <a:chOff x="0" y="0"/>
          <a:chExt cx="0" cy="0"/>
        </a:xfrm>
      </p:grpSpPr>
      <p:grpSp>
        <p:nvGrpSpPr>
          <p:cNvPr id="376" name="Google Shape;376;p17"/>
          <p:cNvGrpSpPr/>
          <p:nvPr/>
        </p:nvGrpSpPr>
        <p:grpSpPr>
          <a:xfrm>
            <a:off x="-559697" y="-773188"/>
            <a:ext cx="19670481" cy="2376603"/>
            <a:chOff x="0" y="-38100"/>
            <a:chExt cx="5180703" cy="625937"/>
          </a:xfrm>
        </p:grpSpPr>
        <p:sp>
          <p:nvSpPr>
            <p:cNvPr id="377" name="Google Shape;377;p17"/>
            <p:cNvSpPr/>
            <p:nvPr/>
          </p:nvSpPr>
          <p:spPr>
            <a:xfrm>
              <a:off x="0" y="0"/>
              <a:ext cx="5180703" cy="587837"/>
            </a:xfrm>
            <a:custGeom>
              <a:avLst/>
              <a:gdLst/>
              <a:ahLst/>
              <a:cxnLst/>
              <a:rect l="l" t="t" r="r" b="b"/>
              <a:pathLst>
                <a:path w="5180703" h="587837" extrusionOk="0">
                  <a:moveTo>
                    <a:pt x="0" y="0"/>
                  </a:moveTo>
                  <a:lnTo>
                    <a:pt x="5180703" y="0"/>
                  </a:lnTo>
                  <a:lnTo>
                    <a:pt x="5180703" y="587837"/>
                  </a:lnTo>
                  <a:lnTo>
                    <a:pt x="0" y="587837"/>
                  </a:lnTo>
                  <a:close/>
                </a:path>
              </a:pathLst>
            </a:custGeom>
            <a:solidFill>
              <a:srgbClr val="790A0A"/>
            </a:solidFill>
            <a:ln>
              <a:noFill/>
            </a:ln>
          </p:spPr>
        </p:sp>
        <p:sp>
          <p:nvSpPr>
            <p:cNvPr id="378" name="Google Shape;378;p17"/>
            <p:cNvSpPr txBox="1"/>
            <p:nvPr/>
          </p:nvSpPr>
          <p:spPr>
            <a:xfrm>
              <a:off x="0" y="-38100"/>
              <a:ext cx="5180703" cy="625937"/>
            </a:xfrm>
            <a:prstGeom prst="rect">
              <a:avLst/>
            </a:prstGeom>
            <a:noFill/>
            <a:ln>
              <a:noFill/>
            </a:ln>
          </p:spPr>
          <p:txBody>
            <a:bodyPr spcFirstLastPara="1" wrap="square" lIns="50800" tIns="50800" rIns="50800" bIns="50800" anchor="ctr" anchorCtr="0">
              <a:noAutofit/>
            </a:bodyPr>
            <a:lstStyle/>
            <a:p>
              <a:pPr marL="0" marR="0" lvl="0" indent="0" algn="ctr" rtl="0">
                <a:lnSpc>
                  <a:spcPct val="147722"/>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grpSp>
      <p:grpSp>
        <p:nvGrpSpPr>
          <p:cNvPr id="379" name="Google Shape;379;p17"/>
          <p:cNvGrpSpPr/>
          <p:nvPr/>
        </p:nvGrpSpPr>
        <p:grpSpPr>
          <a:xfrm>
            <a:off x="-469433" y="9757480"/>
            <a:ext cx="19489954" cy="1158047"/>
            <a:chOff x="0" y="-38100"/>
            <a:chExt cx="5133157" cy="305000"/>
          </a:xfrm>
        </p:grpSpPr>
        <p:sp>
          <p:nvSpPr>
            <p:cNvPr id="380" name="Google Shape;380;p17"/>
            <p:cNvSpPr/>
            <p:nvPr/>
          </p:nvSpPr>
          <p:spPr>
            <a:xfrm>
              <a:off x="0" y="0"/>
              <a:ext cx="5133157" cy="266900"/>
            </a:xfrm>
            <a:custGeom>
              <a:avLst/>
              <a:gdLst/>
              <a:ahLst/>
              <a:cxnLst/>
              <a:rect l="l" t="t" r="r" b="b"/>
              <a:pathLst>
                <a:path w="5133157" h="266900" extrusionOk="0">
                  <a:moveTo>
                    <a:pt x="0" y="0"/>
                  </a:moveTo>
                  <a:lnTo>
                    <a:pt x="5133157" y="0"/>
                  </a:lnTo>
                  <a:lnTo>
                    <a:pt x="5133157" y="266900"/>
                  </a:lnTo>
                  <a:lnTo>
                    <a:pt x="0" y="266900"/>
                  </a:lnTo>
                  <a:close/>
                </a:path>
              </a:pathLst>
            </a:custGeom>
            <a:solidFill>
              <a:srgbClr val="790A0A"/>
            </a:solidFill>
            <a:ln>
              <a:noFill/>
            </a:ln>
          </p:spPr>
        </p:sp>
        <p:sp>
          <p:nvSpPr>
            <p:cNvPr id="381" name="Google Shape;381;p17"/>
            <p:cNvSpPr txBox="1"/>
            <p:nvPr/>
          </p:nvSpPr>
          <p:spPr>
            <a:xfrm>
              <a:off x="0" y="-38100"/>
              <a:ext cx="5133157" cy="305000"/>
            </a:xfrm>
            <a:prstGeom prst="rect">
              <a:avLst/>
            </a:prstGeom>
            <a:noFill/>
            <a:ln>
              <a:noFill/>
            </a:ln>
          </p:spPr>
          <p:txBody>
            <a:bodyPr spcFirstLastPara="1" wrap="square" lIns="50800" tIns="50800" rIns="50800" bIns="50800" anchor="ctr" anchorCtr="0">
              <a:noAutofit/>
            </a:bodyPr>
            <a:lstStyle/>
            <a:p>
              <a:pPr marL="0" marR="0" lvl="0" indent="0" algn="ctr" rtl="0">
                <a:lnSpc>
                  <a:spcPct val="147722"/>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grpSp>
      <p:cxnSp>
        <p:nvCxnSpPr>
          <p:cNvPr id="382" name="Google Shape;382;p17"/>
          <p:cNvCxnSpPr/>
          <p:nvPr/>
        </p:nvCxnSpPr>
        <p:spPr>
          <a:xfrm>
            <a:off x="4523662" y="-628527"/>
            <a:ext cx="0" cy="2231942"/>
          </a:xfrm>
          <a:prstGeom prst="straightConnector1">
            <a:avLst/>
          </a:prstGeom>
          <a:noFill/>
          <a:ln w="19050" cap="flat" cmpd="sng">
            <a:solidFill>
              <a:srgbClr val="FFFFFF"/>
            </a:solidFill>
            <a:prstDash val="solid"/>
            <a:round/>
            <a:headEnd type="none" w="sm" len="sm"/>
            <a:tailEnd type="none" w="sm" len="sm"/>
          </a:ln>
        </p:spPr>
      </p:cxnSp>
      <p:cxnSp>
        <p:nvCxnSpPr>
          <p:cNvPr id="383" name="Google Shape;383;p17"/>
          <p:cNvCxnSpPr/>
          <p:nvPr/>
        </p:nvCxnSpPr>
        <p:spPr>
          <a:xfrm rot="10800000">
            <a:off x="-559697" y="1593890"/>
            <a:ext cx="19670481" cy="0"/>
          </a:xfrm>
          <a:prstGeom prst="straightConnector1">
            <a:avLst/>
          </a:prstGeom>
          <a:noFill/>
          <a:ln w="19050" cap="flat" cmpd="sng">
            <a:solidFill>
              <a:srgbClr val="000000"/>
            </a:solidFill>
            <a:prstDash val="solid"/>
            <a:round/>
            <a:headEnd type="none" w="sm" len="sm"/>
            <a:tailEnd type="none" w="sm" len="sm"/>
          </a:ln>
        </p:spPr>
      </p:cxnSp>
      <p:sp>
        <p:nvSpPr>
          <p:cNvPr id="384" name="Google Shape;384;p17"/>
          <p:cNvSpPr txBox="1"/>
          <p:nvPr/>
        </p:nvSpPr>
        <p:spPr>
          <a:xfrm>
            <a:off x="1035942" y="1892933"/>
            <a:ext cx="10841063" cy="933289"/>
          </a:xfrm>
          <a:prstGeom prst="rect">
            <a:avLst/>
          </a:prstGeom>
          <a:noFill/>
          <a:ln>
            <a:noFill/>
          </a:ln>
        </p:spPr>
        <p:txBody>
          <a:bodyPr spcFirstLastPara="1" wrap="square" lIns="0" tIns="0" rIns="0" bIns="0" anchor="t" anchorCtr="0">
            <a:spAutoFit/>
          </a:bodyPr>
          <a:lstStyle/>
          <a:p>
            <a:pPr marL="0" marR="0" lvl="0" indent="0" algn="l" rtl="0">
              <a:lnSpc>
                <a:spcPct val="127005"/>
              </a:lnSpc>
              <a:spcBef>
                <a:spcPts val="0"/>
              </a:spcBef>
              <a:spcAft>
                <a:spcPts val="0"/>
              </a:spcAft>
              <a:buClr>
                <a:srgbClr val="000000"/>
              </a:buClr>
              <a:buSzPts val="5847"/>
              <a:buFont typeface="Arial"/>
              <a:buNone/>
            </a:pPr>
            <a:r>
              <a:rPr lang="en-US" sz="5847" b="0" i="0" u="none" strike="noStrike" cap="none" dirty="0">
                <a:solidFill>
                  <a:srgbClr val="000000"/>
                </a:solidFill>
                <a:latin typeface="Prompt Black"/>
                <a:ea typeface="Prompt Black"/>
                <a:cs typeface="Prompt Black"/>
                <a:sym typeface="Prompt Black"/>
              </a:rPr>
              <a:t>LIMITATION</a:t>
            </a:r>
            <a:endParaRPr sz="1400" b="0" i="0" u="none" strike="noStrike" cap="none" dirty="0">
              <a:solidFill>
                <a:srgbClr val="000000"/>
              </a:solidFill>
              <a:latin typeface="Arial"/>
              <a:ea typeface="Arial"/>
              <a:cs typeface="Arial"/>
              <a:sym typeface="Arial"/>
            </a:endParaRPr>
          </a:p>
        </p:txBody>
      </p:sp>
      <p:sp>
        <p:nvSpPr>
          <p:cNvPr id="385" name="Google Shape;385;p17"/>
          <p:cNvSpPr txBox="1"/>
          <p:nvPr/>
        </p:nvSpPr>
        <p:spPr>
          <a:xfrm>
            <a:off x="304109" y="3115740"/>
            <a:ext cx="17028639" cy="5823069"/>
          </a:xfrm>
          <a:prstGeom prst="rect">
            <a:avLst/>
          </a:prstGeom>
          <a:noFill/>
          <a:ln>
            <a:noFill/>
          </a:ln>
        </p:spPr>
        <p:txBody>
          <a:bodyPr spcFirstLastPara="1" wrap="square" lIns="0" tIns="0" rIns="0" bIns="0" anchor="t" anchorCtr="0">
            <a:spAutoFit/>
          </a:bodyPr>
          <a:lstStyle/>
          <a:p>
            <a:pPr marL="1000016" marR="0" lvl="1" indent="-500006" algn="just" rtl="0">
              <a:lnSpc>
                <a:spcPct val="172014"/>
              </a:lnSpc>
              <a:spcBef>
                <a:spcPts val="0"/>
              </a:spcBef>
              <a:spcAft>
                <a:spcPts val="0"/>
              </a:spcAft>
              <a:buClr>
                <a:srgbClr val="000000"/>
              </a:buClr>
              <a:buSzPts val="4631"/>
              <a:buFont typeface="Arial"/>
              <a:buChar char="•"/>
            </a:pPr>
            <a:r>
              <a:rPr lang="en-US" sz="4400" dirty="0">
                <a:latin typeface="Nunito Sans ExtraLight" pitchFamily="2" charset="0"/>
              </a:rPr>
              <a:t>The system’s functionalities are limited to the internal library operations of Saint Cecilia’s College and are not intended for large-scale or multi-campus deployment. The application runs on a </a:t>
            </a:r>
            <a:r>
              <a:rPr lang="en-US" sz="4400" b="1" dirty="0">
                <a:latin typeface="Nunito Sans ExtraLight" pitchFamily="2" charset="0"/>
              </a:rPr>
              <a:t>local server environment (XAMPP)</a:t>
            </a:r>
            <a:r>
              <a:rPr lang="en-US" sz="4400" dirty="0">
                <a:latin typeface="Nunito Sans ExtraLight" pitchFamily="2" charset="0"/>
              </a:rPr>
              <a:t>, meaning that access is restricted to computers within the same local network.</a:t>
            </a:r>
            <a:endParaRPr sz="4400" b="0" i="0" u="none" strike="noStrike" cap="none" dirty="0">
              <a:solidFill>
                <a:srgbClr val="000000"/>
              </a:solidFill>
              <a:latin typeface="Nunito Sans ExtraLight" pitchFamily="2" charset="0"/>
              <a:sym typeface="Arial"/>
            </a:endParaRPr>
          </a:p>
        </p:txBody>
      </p:sp>
      <p:sp>
        <p:nvSpPr>
          <p:cNvPr id="386" name="Google Shape;386;p17"/>
          <p:cNvSpPr txBox="1"/>
          <p:nvPr/>
        </p:nvSpPr>
        <p:spPr>
          <a:xfrm>
            <a:off x="777363" y="439220"/>
            <a:ext cx="3117648" cy="605028"/>
          </a:xfrm>
          <a:prstGeom prst="rect">
            <a:avLst/>
          </a:prstGeom>
          <a:noFill/>
          <a:ln>
            <a:noFill/>
          </a:ln>
        </p:spPr>
        <p:txBody>
          <a:bodyPr spcFirstLastPara="1" wrap="square" lIns="0" tIns="0" rIns="0" bIns="0" anchor="t" anchorCtr="0">
            <a:spAutoFit/>
          </a:bodyPr>
          <a:lstStyle/>
          <a:p>
            <a:pPr marL="0" marR="0" lvl="0" indent="0" algn="l" rtl="0">
              <a:lnSpc>
                <a:spcPct val="140039"/>
              </a:lnSpc>
              <a:spcBef>
                <a:spcPts val="0"/>
              </a:spcBef>
              <a:spcAft>
                <a:spcPts val="0"/>
              </a:spcAft>
              <a:buClr>
                <a:srgbClr val="000000"/>
              </a:buClr>
              <a:buSzPts val="3554"/>
              <a:buFont typeface="Arial"/>
              <a:buNone/>
            </a:pPr>
            <a:r>
              <a:rPr lang="en-US" sz="3554" b="1" i="0" u="none" strike="noStrike" cap="none">
                <a:solidFill>
                  <a:srgbClr val="FFFFFF"/>
                </a:solidFill>
                <a:latin typeface="Nunito Sans"/>
                <a:ea typeface="Nunito Sans"/>
                <a:cs typeface="Nunito Sans"/>
                <a:sym typeface="Nunito Sans"/>
              </a:rPr>
              <a:t>Cecilian Portal</a:t>
            </a:r>
            <a:endParaRPr sz="1400" b="0" i="0" u="none" strike="noStrike" cap="none">
              <a:solidFill>
                <a:srgbClr val="000000"/>
              </a:solidFill>
              <a:latin typeface="Arial"/>
              <a:ea typeface="Arial"/>
              <a:cs typeface="Arial"/>
              <a:sym typeface="Arial"/>
            </a:endParaRPr>
          </a:p>
        </p:txBody>
      </p:sp>
      <p:sp>
        <p:nvSpPr>
          <p:cNvPr id="387" name="Google Shape;387;p17"/>
          <p:cNvSpPr txBox="1"/>
          <p:nvPr/>
        </p:nvSpPr>
        <p:spPr>
          <a:xfrm>
            <a:off x="11380120" y="594280"/>
            <a:ext cx="2443433" cy="406527"/>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Clr>
                <a:srgbClr val="000000"/>
              </a:buClr>
              <a:buSzPts val="2370"/>
              <a:buFont typeface="Arial"/>
              <a:buNone/>
            </a:pPr>
            <a:r>
              <a:rPr lang="en-US" sz="2370" b="0" i="0" u="none" strike="noStrike" cap="none">
                <a:solidFill>
                  <a:srgbClr val="FFFFFF"/>
                </a:solidFill>
                <a:latin typeface="Nunito Sans ExtraLight"/>
                <a:ea typeface="Nunito Sans ExtraLight"/>
                <a:cs typeface="Nunito Sans ExtraLight"/>
                <a:sym typeface="Nunito Sans ExtraLight"/>
              </a:rPr>
              <a:t>System Design</a:t>
            </a:r>
            <a:endParaRPr sz="1400" b="0" i="0" u="none" strike="noStrike" cap="none">
              <a:solidFill>
                <a:srgbClr val="000000"/>
              </a:solidFill>
              <a:latin typeface="Arial"/>
              <a:ea typeface="Arial"/>
              <a:cs typeface="Arial"/>
              <a:sym typeface="Arial"/>
            </a:endParaRPr>
          </a:p>
        </p:txBody>
      </p:sp>
      <p:sp>
        <p:nvSpPr>
          <p:cNvPr id="388" name="Google Shape;388;p17"/>
          <p:cNvSpPr txBox="1"/>
          <p:nvPr/>
        </p:nvSpPr>
        <p:spPr>
          <a:xfrm>
            <a:off x="9235533" y="584755"/>
            <a:ext cx="1737007" cy="406527"/>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Clr>
                <a:srgbClr val="000000"/>
              </a:buClr>
              <a:buSzPts val="2370"/>
              <a:buFont typeface="Arial"/>
              <a:buNone/>
            </a:pPr>
            <a:r>
              <a:rPr lang="en-US" sz="2370" b="0" i="0" u="none" strike="noStrike" cap="none">
                <a:solidFill>
                  <a:srgbClr val="FFFFFF"/>
                </a:solidFill>
                <a:latin typeface="Nunito Sans ExtraLight"/>
                <a:ea typeface="Nunito Sans ExtraLight"/>
                <a:cs typeface="Nunito Sans ExtraLight"/>
                <a:sym typeface="Nunito Sans ExtraLight"/>
              </a:rPr>
              <a:t>Methodology</a:t>
            </a:r>
            <a:endParaRPr sz="1400" b="0" i="0" u="none" strike="noStrike" cap="none">
              <a:solidFill>
                <a:srgbClr val="000000"/>
              </a:solidFill>
              <a:latin typeface="Arial"/>
              <a:ea typeface="Arial"/>
              <a:cs typeface="Arial"/>
              <a:sym typeface="Arial"/>
            </a:endParaRPr>
          </a:p>
        </p:txBody>
      </p:sp>
      <p:sp>
        <p:nvSpPr>
          <p:cNvPr id="389" name="Google Shape;389;p17"/>
          <p:cNvSpPr txBox="1"/>
          <p:nvPr/>
        </p:nvSpPr>
        <p:spPr>
          <a:xfrm>
            <a:off x="4896349" y="584755"/>
            <a:ext cx="1984659" cy="406527"/>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Clr>
                <a:srgbClr val="000000"/>
              </a:buClr>
              <a:buSzPts val="2370"/>
              <a:buFont typeface="Arial"/>
              <a:buNone/>
            </a:pPr>
            <a:r>
              <a:rPr lang="en-US" sz="2370" b="0" i="0" u="none" strike="noStrike" cap="none">
                <a:solidFill>
                  <a:srgbClr val="FFFFFF"/>
                </a:solidFill>
                <a:latin typeface="Nunito Sans ExtraLight"/>
                <a:ea typeface="Nunito Sans ExtraLight"/>
                <a:cs typeface="Nunito Sans ExtraLight"/>
                <a:sym typeface="Nunito Sans ExtraLight"/>
              </a:rPr>
              <a:t>Introduction</a:t>
            </a:r>
            <a:endParaRPr sz="1400" b="0" i="0" u="none" strike="noStrike" cap="none">
              <a:solidFill>
                <a:srgbClr val="000000"/>
              </a:solidFill>
              <a:latin typeface="Arial"/>
              <a:ea typeface="Arial"/>
              <a:cs typeface="Arial"/>
              <a:sym typeface="Arial"/>
            </a:endParaRPr>
          </a:p>
        </p:txBody>
      </p:sp>
      <p:sp>
        <p:nvSpPr>
          <p:cNvPr id="390" name="Google Shape;390;p17"/>
          <p:cNvSpPr txBox="1"/>
          <p:nvPr/>
        </p:nvSpPr>
        <p:spPr>
          <a:xfrm>
            <a:off x="14098165" y="603805"/>
            <a:ext cx="2748483" cy="406527"/>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Clr>
                <a:srgbClr val="000000"/>
              </a:buClr>
              <a:buSzPts val="2370"/>
              <a:buFont typeface="Arial"/>
              <a:buNone/>
            </a:pPr>
            <a:r>
              <a:rPr lang="en-US" sz="2370" b="0" i="0" u="none" strike="noStrike" cap="none">
                <a:solidFill>
                  <a:srgbClr val="FFFFFF"/>
                </a:solidFill>
                <a:latin typeface="Nunito Sans ExtraLight"/>
                <a:ea typeface="Nunito Sans ExtraLight"/>
                <a:cs typeface="Nunito Sans ExtraLight"/>
                <a:sym typeface="Nunito Sans ExtraLight"/>
              </a:rPr>
              <a:t>Evaluating &amp; Testing</a:t>
            </a:r>
            <a:endParaRPr sz="1400" b="0" i="0" u="none" strike="noStrike" cap="none">
              <a:solidFill>
                <a:srgbClr val="000000"/>
              </a:solidFill>
              <a:latin typeface="Arial"/>
              <a:ea typeface="Arial"/>
              <a:cs typeface="Arial"/>
              <a:sym typeface="Arial"/>
            </a:endParaRPr>
          </a:p>
        </p:txBody>
      </p:sp>
      <p:sp>
        <p:nvSpPr>
          <p:cNvPr id="391" name="Google Shape;391;p17"/>
          <p:cNvSpPr/>
          <p:nvPr/>
        </p:nvSpPr>
        <p:spPr>
          <a:xfrm>
            <a:off x="17259300" y="542654"/>
            <a:ext cx="546702" cy="546702"/>
          </a:xfrm>
          <a:custGeom>
            <a:avLst/>
            <a:gdLst/>
            <a:ahLst/>
            <a:cxnLst/>
            <a:rect l="l" t="t" r="r" b="b"/>
            <a:pathLst>
              <a:path w="546702" h="546702" extrusionOk="0">
                <a:moveTo>
                  <a:pt x="0" y="0"/>
                </a:moveTo>
                <a:lnTo>
                  <a:pt x="546702" y="0"/>
                </a:lnTo>
                <a:lnTo>
                  <a:pt x="546702" y="546702"/>
                </a:lnTo>
                <a:lnTo>
                  <a:pt x="0" y="546702"/>
                </a:lnTo>
                <a:lnTo>
                  <a:pt x="0" y="0"/>
                </a:lnTo>
                <a:close/>
              </a:path>
            </a:pathLst>
          </a:custGeom>
          <a:blipFill rotWithShape="1">
            <a:blip r:embed="rId3">
              <a:alphaModFix/>
            </a:blip>
            <a:stretch>
              <a:fillRect/>
            </a:stretch>
          </a:blipFill>
          <a:ln>
            <a:noFill/>
          </a:ln>
        </p:spPr>
      </p:sp>
      <p:sp>
        <p:nvSpPr>
          <p:cNvPr id="392" name="Google Shape;392;p17"/>
          <p:cNvSpPr txBox="1"/>
          <p:nvPr/>
        </p:nvSpPr>
        <p:spPr>
          <a:xfrm>
            <a:off x="7176992" y="584755"/>
            <a:ext cx="1641437" cy="423193"/>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Clr>
                <a:srgbClr val="000000"/>
              </a:buClr>
              <a:buSzPts val="2370"/>
              <a:buFont typeface="Arial"/>
              <a:buNone/>
            </a:pPr>
            <a:r>
              <a:rPr lang="en-US" sz="2370" b="0" i="0" u="none" strike="noStrike" cap="none">
                <a:solidFill>
                  <a:srgbClr val="FFFFFF"/>
                </a:solidFill>
                <a:latin typeface="Nunito Sans ExtraLight"/>
                <a:ea typeface="Nunito Sans ExtraLight"/>
                <a:cs typeface="Nunito Sans ExtraLight"/>
                <a:sym typeface="Nunito Sans ExtraLight"/>
              </a:rPr>
              <a:t>Literatures</a:t>
            </a:r>
            <a:endParaRPr sz="2370" b="0" i="0" u="none" strike="noStrike" cap="none">
              <a:solidFill>
                <a:srgbClr val="FFFFFF"/>
              </a:solidFill>
              <a:latin typeface="Nunito Sans ExtraLight"/>
              <a:ea typeface="Nunito Sans ExtraLight"/>
              <a:cs typeface="Nunito Sans ExtraLight"/>
              <a:sym typeface="Nunito Sans ExtraLight"/>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439"/>
        <p:cNvGrpSpPr/>
        <p:nvPr/>
      </p:nvGrpSpPr>
      <p:grpSpPr>
        <a:xfrm>
          <a:off x="0" y="0"/>
          <a:ext cx="0" cy="0"/>
          <a:chOff x="0" y="0"/>
          <a:chExt cx="0" cy="0"/>
        </a:xfrm>
      </p:grpSpPr>
      <p:grpSp>
        <p:nvGrpSpPr>
          <p:cNvPr id="440" name="Google Shape;440;p20"/>
          <p:cNvGrpSpPr/>
          <p:nvPr/>
        </p:nvGrpSpPr>
        <p:grpSpPr>
          <a:xfrm>
            <a:off x="-559697" y="-773188"/>
            <a:ext cx="19670481" cy="2376603"/>
            <a:chOff x="0" y="-38100"/>
            <a:chExt cx="5180703" cy="625937"/>
          </a:xfrm>
        </p:grpSpPr>
        <p:sp>
          <p:nvSpPr>
            <p:cNvPr id="441" name="Google Shape;441;p20"/>
            <p:cNvSpPr/>
            <p:nvPr/>
          </p:nvSpPr>
          <p:spPr>
            <a:xfrm>
              <a:off x="0" y="0"/>
              <a:ext cx="5180703" cy="587837"/>
            </a:xfrm>
            <a:custGeom>
              <a:avLst/>
              <a:gdLst/>
              <a:ahLst/>
              <a:cxnLst/>
              <a:rect l="l" t="t" r="r" b="b"/>
              <a:pathLst>
                <a:path w="5180703" h="587837" extrusionOk="0">
                  <a:moveTo>
                    <a:pt x="0" y="0"/>
                  </a:moveTo>
                  <a:lnTo>
                    <a:pt x="5180703" y="0"/>
                  </a:lnTo>
                  <a:lnTo>
                    <a:pt x="5180703" y="587837"/>
                  </a:lnTo>
                  <a:lnTo>
                    <a:pt x="0" y="587837"/>
                  </a:lnTo>
                  <a:close/>
                </a:path>
              </a:pathLst>
            </a:custGeom>
            <a:solidFill>
              <a:srgbClr val="790A0A"/>
            </a:solidFill>
            <a:ln>
              <a:noFill/>
            </a:ln>
          </p:spPr>
        </p:sp>
        <p:sp>
          <p:nvSpPr>
            <p:cNvPr id="442" name="Google Shape;442;p20"/>
            <p:cNvSpPr txBox="1"/>
            <p:nvPr/>
          </p:nvSpPr>
          <p:spPr>
            <a:xfrm>
              <a:off x="0" y="-38100"/>
              <a:ext cx="5180703" cy="625937"/>
            </a:xfrm>
            <a:prstGeom prst="rect">
              <a:avLst/>
            </a:prstGeom>
            <a:noFill/>
            <a:ln>
              <a:noFill/>
            </a:ln>
          </p:spPr>
          <p:txBody>
            <a:bodyPr spcFirstLastPara="1" wrap="square" lIns="50800" tIns="50800" rIns="50800" bIns="50800" anchor="ctr" anchorCtr="0">
              <a:noAutofit/>
            </a:bodyPr>
            <a:lstStyle/>
            <a:p>
              <a:pPr marL="0" marR="0" lvl="0" indent="0" algn="ctr" rtl="0">
                <a:lnSpc>
                  <a:spcPct val="147722"/>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grpSp>
      <p:grpSp>
        <p:nvGrpSpPr>
          <p:cNvPr id="443" name="Google Shape;443;p20"/>
          <p:cNvGrpSpPr/>
          <p:nvPr/>
        </p:nvGrpSpPr>
        <p:grpSpPr>
          <a:xfrm>
            <a:off x="-469433" y="9757480"/>
            <a:ext cx="19489954" cy="1158047"/>
            <a:chOff x="0" y="-38100"/>
            <a:chExt cx="5133157" cy="305000"/>
          </a:xfrm>
        </p:grpSpPr>
        <p:sp>
          <p:nvSpPr>
            <p:cNvPr id="444" name="Google Shape;444;p20"/>
            <p:cNvSpPr/>
            <p:nvPr/>
          </p:nvSpPr>
          <p:spPr>
            <a:xfrm>
              <a:off x="0" y="0"/>
              <a:ext cx="5133157" cy="266900"/>
            </a:xfrm>
            <a:custGeom>
              <a:avLst/>
              <a:gdLst/>
              <a:ahLst/>
              <a:cxnLst/>
              <a:rect l="l" t="t" r="r" b="b"/>
              <a:pathLst>
                <a:path w="5133157" h="266900" extrusionOk="0">
                  <a:moveTo>
                    <a:pt x="0" y="0"/>
                  </a:moveTo>
                  <a:lnTo>
                    <a:pt x="5133157" y="0"/>
                  </a:lnTo>
                  <a:lnTo>
                    <a:pt x="5133157" y="266900"/>
                  </a:lnTo>
                  <a:lnTo>
                    <a:pt x="0" y="266900"/>
                  </a:lnTo>
                  <a:close/>
                </a:path>
              </a:pathLst>
            </a:custGeom>
            <a:solidFill>
              <a:srgbClr val="790A0A"/>
            </a:solidFill>
            <a:ln>
              <a:noFill/>
            </a:ln>
          </p:spPr>
        </p:sp>
        <p:sp>
          <p:nvSpPr>
            <p:cNvPr id="445" name="Google Shape;445;p20"/>
            <p:cNvSpPr txBox="1"/>
            <p:nvPr/>
          </p:nvSpPr>
          <p:spPr>
            <a:xfrm>
              <a:off x="0" y="-38100"/>
              <a:ext cx="5133157" cy="305000"/>
            </a:xfrm>
            <a:prstGeom prst="rect">
              <a:avLst/>
            </a:prstGeom>
            <a:noFill/>
            <a:ln>
              <a:noFill/>
            </a:ln>
          </p:spPr>
          <p:txBody>
            <a:bodyPr spcFirstLastPara="1" wrap="square" lIns="50800" tIns="50800" rIns="50800" bIns="50800" anchor="ctr" anchorCtr="0">
              <a:noAutofit/>
            </a:bodyPr>
            <a:lstStyle/>
            <a:p>
              <a:pPr marL="0" marR="0" lvl="0" indent="0" algn="ctr" rtl="0">
                <a:lnSpc>
                  <a:spcPct val="147722"/>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grpSp>
      <p:cxnSp>
        <p:nvCxnSpPr>
          <p:cNvPr id="446" name="Google Shape;446;p20"/>
          <p:cNvCxnSpPr/>
          <p:nvPr/>
        </p:nvCxnSpPr>
        <p:spPr>
          <a:xfrm>
            <a:off x="4523662" y="-628527"/>
            <a:ext cx="0" cy="2231942"/>
          </a:xfrm>
          <a:prstGeom prst="straightConnector1">
            <a:avLst/>
          </a:prstGeom>
          <a:noFill/>
          <a:ln w="19050" cap="flat" cmpd="sng">
            <a:solidFill>
              <a:srgbClr val="FFFFFF"/>
            </a:solidFill>
            <a:prstDash val="solid"/>
            <a:round/>
            <a:headEnd type="none" w="sm" len="sm"/>
            <a:tailEnd type="none" w="sm" len="sm"/>
          </a:ln>
        </p:spPr>
      </p:cxnSp>
      <p:cxnSp>
        <p:nvCxnSpPr>
          <p:cNvPr id="447" name="Google Shape;447;p20"/>
          <p:cNvCxnSpPr/>
          <p:nvPr/>
        </p:nvCxnSpPr>
        <p:spPr>
          <a:xfrm rot="10800000">
            <a:off x="-559697" y="1593890"/>
            <a:ext cx="19670481" cy="0"/>
          </a:xfrm>
          <a:prstGeom prst="straightConnector1">
            <a:avLst/>
          </a:prstGeom>
          <a:noFill/>
          <a:ln w="19050" cap="flat" cmpd="sng">
            <a:solidFill>
              <a:srgbClr val="000000"/>
            </a:solidFill>
            <a:prstDash val="solid"/>
            <a:round/>
            <a:headEnd type="none" w="sm" len="sm"/>
            <a:tailEnd type="none" w="sm" len="sm"/>
          </a:ln>
        </p:spPr>
      </p:cxnSp>
      <p:sp>
        <p:nvSpPr>
          <p:cNvPr id="448" name="Google Shape;448;p20"/>
          <p:cNvSpPr txBox="1"/>
          <p:nvPr/>
        </p:nvSpPr>
        <p:spPr>
          <a:xfrm>
            <a:off x="954299" y="2943397"/>
            <a:ext cx="10841063" cy="948978"/>
          </a:xfrm>
          <a:prstGeom prst="rect">
            <a:avLst/>
          </a:prstGeom>
          <a:noFill/>
          <a:ln>
            <a:noFill/>
          </a:ln>
        </p:spPr>
        <p:txBody>
          <a:bodyPr spcFirstLastPara="1" wrap="square" lIns="0" tIns="0" rIns="0" bIns="0" anchor="t" anchorCtr="0">
            <a:spAutoFit/>
          </a:bodyPr>
          <a:lstStyle/>
          <a:p>
            <a:pPr marL="0" marR="0" lvl="0" indent="0" algn="l" rtl="0">
              <a:lnSpc>
                <a:spcPct val="127005"/>
              </a:lnSpc>
              <a:spcBef>
                <a:spcPts val="0"/>
              </a:spcBef>
              <a:spcAft>
                <a:spcPts val="0"/>
              </a:spcAft>
              <a:buClr>
                <a:srgbClr val="000000"/>
              </a:buClr>
              <a:buSzPts val="5847"/>
              <a:buFont typeface="Arial"/>
              <a:buNone/>
            </a:pPr>
            <a:r>
              <a:rPr lang="en-US" sz="5847" b="0" i="0" u="none" strike="noStrike" cap="none">
                <a:solidFill>
                  <a:srgbClr val="000000"/>
                </a:solidFill>
                <a:latin typeface="Prompt Black"/>
                <a:ea typeface="Prompt Black"/>
                <a:cs typeface="Prompt Black"/>
                <a:sym typeface="Prompt Black"/>
              </a:rPr>
              <a:t>TOOLS &amp; TECHNOLOGIES</a:t>
            </a:r>
            <a:endParaRPr sz="5847" b="0" i="0" u="none" strike="noStrike" cap="none">
              <a:solidFill>
                <a:srgbClr val="000000"/>
              </a:solidFill>
              <a:latin typeface="Prompt Black"/>
              <a:ea typeface="Prompt Black"/>
              <a:cs typeface="Prompt Black"/>
              <a:sym typeface="Prompt Black"/>
            </a:endParaRPr>
          </a:p>
        </p:txBody>
      </p:sp>
      <p:sp>
        <p:nvSpPr>
          <p:cNvPr id="449" name="Google Shape;449;p20"/>
          <p:cNvSpPr txBox="1"/>
          <p:nvPr/>
        </p:nvSpPr>
        <p:spPr>
          <a:xfrm>
            <a:off x="777363" y="3856505"/>
            <a:ext cx="17028639" cy="4902881"/>
          </a:xfrm>
          <a:prstGeom prst="rect">
            <a:avLst/>
          </a:prstGeom>
          <a:noFill/>
          <a:ln>
            <a:noFill/>
          </a:ln>
        </p:spPr>
        <p:txBody>
          <a:bodyPr spcFirstLastPara="1" wrap="square" lIns="0" tIns="0" rIns="0" bIns="0" anchor="t" anchorCtr="0">
            <a:spAutoFit/>
          </a:bodyPr>
          <a:lstStyle/>
          <a:p>
            <a:pPr marL="1000016" marR="0" lvl="1" indent="-500006" algn="just" rtl="0">
              <a:lnSpc>
                <a:spcPct val="172014"/>
              </a:lnSpc>
              <a:spcBef>
                <a:spcPts val="0"/>
              </a:spcBef>
              <a:spcAft>
                <a:spcPts val="0"/>
              </a:spcAft>
              <a:buClr>
                <a:srgbClr val="000000"/>
              </a:buClr>
              <a:buSzPts val="4631"/>
              <a:buFont typeface="Arial"/>
              <a:buChar char="•"/>
            </a:pPr>
            <a:r>
              <a:rPr lang="en-US" sz="4631" dirty="0">
                <a:latin typeface="Nunito Sans ExtraLight"/>
                <a:sym typeface="Nunito Sans ExtraLight"/>
              </a:rPr>
              <a:t>Python</a:t>
            </a:r>
            <a:endParaRPr sz="1400" b="0" i="0" u="none" strike="noStrike" cap="none" dirty="0">
              <a:solidFill>
                <a:srgbClr val="000000"/>
              </a:solidFill>
              <a:latin typeface="Arial"/>
              <a:ea typeface="Arial"/>
              <a:cs typeface="Arial"/>
              <a:sym typeface="Arial"/>
            </a:endParaRPr>
          </a:p>
          <a:p>
            <a:pPr marL="1000016" marR="0" lvl="1" indent="-500006" algn="just" rtl="0">
              <a:lnSpc>
                <a:spcPct val="172014"/>
              </a:lnSpc>
              <a:spcBef>
                <a:spcPts val="0"/>
              </a:spcBef>
              <a:spcAft>
                <a:spcPts val="0"/>
              </a:spcAft>
              <a:buClr>
                <a:srgbClr val="000000"/>
              </a:buClr>
              <a:buSzPts val="4631"/>
              <a:buFont typeface="Arial"/>
              <a:buChar char="•"/>
            </a:pPr>
            <a:r>
              <a:rPr lang="en-US" sz="4631" dirty="0">
                <a:latin typeface="Nunito Sans ExtraLight"/>
                <a:ea typeface="Nunito Sans ExtraLight"/>
                <a:cs typeface="Nunito Sans ExtraLight"/>
                <a:sym typeface="Nunito Sans ExtraLight"/>
              </a:rPr>
              <a:t>XAMPP (for Database)</a:t>
            </a:r>
            <a:endParaRPr sz="4631" b="0" i="0" u="none" strike="noStrike" cap="none" dirty="0">
              <a:solidFill>
                <a:srgbClr val="000000"/>
              </a:solidFill>
              <a:latin typeface="Nunito Sans ExtraLight"/>
              <a:ea typeface="Nunito Sans ExtraLight"/>
              <a:cs typeface="Nunito Sans ExtraLight"/>
              <a:sym typeface="Nunito Sans ExtraLight"/>
            </a:endParaRPr>
          </a:p>
          <a:p>
            <a:pPr marL="1000016" marR="0" lvl="1" indent="-500006" algn="just" rtl="0">
              <a:lnSpc>
                <a:spcPct val="172014"/>
              </a:lnSpc>
              <a:spcBef>
                <a:spcPts val="0"/>
              </a:spcBef>
              <a:spcAft>
                <a:spcPts val="0"/>
              </a:spcAft>
              <a:buClr>
                <a:srgbClr val="000000"/>
              </a:buClr>
              <a:buSzPts val="4631"/>
              <a:buFont typeface="Arial"/>
              <a:buChar char="•"/>
            </a:pPr>
            <a:r>
              <a:rPr lang="en-US" sz="4631" dirty="0">
                <a:latin typeface="Nunito Sans ExtraLight"/>
                <a:sym typeface="Nunito Sans ExtraLight"/>
              </a:rPr>
              <a:t>HTML, CSS, JavaScript</a:t>
            </a:r>
            <a:endParaRPr sz="1400" b="0" i="0" u="none" strike="noStrike" cap="none" dirty="0">
              <a:solidFill>
                <a:srgbClr val="000000"/>
              </a:solidFill>
              <a:latin typeface="Arial"/>
              <a:ea typeface="Arial"/>
              <a:cs typeface="Arial"/>
              <a:sym typeface="Arial"/>
            </a:endParaRPr>
          </a:p>
          <a:p>
            <a:pPr marL="1000016" marR="0" lvl="1" indent="-500006" algn="just" rtl="0">
              <a:lnSpc>
                <a:spcPct val="172014"/>
              </a:lnSpc>
              <a:spcBef>
                <a:spcPts val="0"/>
              </a:spcBef>
              <a:spcAft>
                <a:spcPts val="0"/>
              </a:spcAft>
              <a:buClr>
                <a:srgbClr val="000000"/>
              </a:buClr>
              <a:buSzPts val="4631"/>
              <a:buFont typeface="Arial"/>
              <a:buChar char="•"/>
            </a:pPr>
            <a:r>
              <a:rPr lang="en-US" sz="4631" dirty="0">
                <a:latin typeface="Nunito Sans ExtraLight"/>
                <a:ea typeface="Nunito Sans ExtraLight"/>
                <a:cs typeface="Nunito Sans ExtraLight"/>
                <a:sym typeface="Nunito Sans ExtraLight"/>
              </a:rPr>
              <a:t>Jinja2 Templating Engine</a:t>
            </a:r>
            <a:endParaRPr sz="4631" b="0" i="0" u="none" strike="noStrike" cap="none" dirty="0">
              <a:solidFill>
                <a:srgbClr val="000000"/>
              </a:solidFill>
              <a:latin typeface="Nunito Sans ExtraLight"/>
              <a:ea typeface="Nunito Sans ExtraLight"/>
              <a:cs typeface="Nunito Sans ExtraLight"/>
              <a:sym typeface="Nunito Sans ExtraLight"/>
            </a:endParaRPr>
          </a:p>
        </p:txBody>
      </p:sp>
      <p:sp>
        <p:nvSpPr>
          <p:cNvPr id="450" name="Google Shape;450;p20"/>
          <p:cNvSpPr txBox="1"/>
          <p:nvPr/>
        </p:nvSpPr>
        <p:spPr>
          <a:xfrm>
            <a:off x="777363" y="439220"/>
            <a:ext cx="3117648" cy="605028"/>
          </a:xfrm>
          <a:prstGeom prst="rect">
            <a:avLst/>
          </a:prstGeom>
          <a:noFill/>
          <a:ln>
            <a:noFill/>
          </a:ln>
        </p:spPr>
        <p:txBody>
          <a:bodyPr spcFirstLastPara="1" wrap="square" lIns="0" tIns="0" rIns="0" bIns="0" anchor="t" anchorCtr="0">
            <a:spAutoFit/>
          </a:bodyPr>
          <a:lstStyle/>
          <a:p>
            <a:pPr marL="0" marR="0" lvl="0" indent="0" algn="l" rtl="0">
              <a:lnSpc>
                <a:spcPct val="140039"/>
              </a:lnSpc>
              <a:spcBef>
                <a:spcPts val="0"/>
              </a:spcBef>
              <a:spcAft>
                <a:spcPts val="0"/>
              </a:spcAft>
              <a:buClr>
                <a:srgbClr val="000000"/>
              </a:buClr>
              <a:buSzPts val="3554"/>
              <a:buFont typeface="Arial"/>
              <a:buNone/>
            </a:pPr>
            <a:r>
              <a:rPr lang="en-US" sz="3554" b="1" i="0" u="none" strike="noStrike" cap="none">
                <a:solidFill>
                  <a:srgbClr val="FFFFFF"/>
                </a:solidFill>
                <a:latin typeface="Nunito Sans"/>
                <a:ea typeface="Nunito Sans"/>
                <a:cs typeface="Nunito Sans"/>
                <a:sym typeface="Nunito Sans"/>
              </a:rPr>
              <a:t>Cecilian Portal</a:t>
            </a:r>
            <a:endParaRPr sz="1400" b="0" i="0" u="none" strike="noStrike" cap="none">
              <a:solidFill>
                <a:srgbClr val="000000"/>
              </a:solidFill>
              <a:latin typeface="Arial"/>
              <a:ea typeface="Arial"/>
              <a:cs typeface="Arial"/>
              <a:sym typeface="Arial"/>
            </a:endParaRPr>
          </a:p>
        </p:txBody>
      </p:sp>
      <p:sp>
        <p:nvSpPr>
          <p:cNvPr id="451" name="Google Shape;451;p20"/>
          <p:cNvSpPr txBox="1"/>
          <p:nvPr/>
        </p:nvSpPr>
        <p:spPr>
          <a:xfrm>
            <a:off x="11380120" y="594280"/>
            <a:ext cx="2443433" cy="406527"/>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Clr>
                <a:srgbClr val="000000"/>
              </a:buClr>
              <a:buSzPts val="2370"/>
              <a:buFont typeface="Arial"/>
              <a:buNone/>
            </a:pPr>
            <a:r>
              <a:rPr lang="en-US" sz="2370" b="0" i="0" u="none" strike="noStrike" cap="none">
                <a:solidFill>
                  <a:srgbClr val="FFFFFF"/>
                </a:solidFill>
                <a:latin typeface="Nunito Sans ExtraLight"/>
                <a:ea typeface="Nunito Sans ExtraLight"/>
                <a:cs typeface="Nunito Sans ExtraLight"/>
                <a:sym typeface="Nunito Sans ExtraLight"/>
              </a:rPr>
              <a:t>System Design</a:t>
            </a:r>
            <a:endParaRPr sz="1400" b="0" i="0" u="none" strike="noStrike" cap="none">
              <a:solidFill>
                <a:srgbClr val="000000"/>
              </a:solidFill>
              <a:latin typeface="Arial"/>
              <a:ea typeface="Arial"/>
              <a:cs typeface="Arial"/>
              <a:sym typeface="Arial"/>
            </a:endParaRPr>
          </a:p>
        </p:txBody>
      </p:sp>
      <p:sp>
        <p:nvSpPr>
          <p:cNvPr id="452" name="Google Shape;452;p20"/>
          <p:cNvSpPr txBox="1"/>
          <p:nvPr/>
        </p:nvSpPr>
        <p:spPr>
          <a:xfrm>
            <a:off x="9235533" y="584755"/>
            <a:ext cx="1737007" cy="406527"/>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Clr>
                <a:srgbClr val="000000"/>
              </a:buClr>
              <a:buSzPts val="2370"/>
              <a:buFont typeface="Arial"/>
              <a:buNone/>
            </a:pPr>
            <a:r>
              <a:rPr lang="en-US" sz="2370" b="0" i="0" u="none" strike="noStrike" cap="none">
                <a:solidFill>
                  <a:srgbClr val="FFFFFF"/>
                </a:solidFill>
                <a:latin typeface="Nunito Sans ExtraLight"/>
                <a:ea typeface="Nunito Sans ExtraLight"/>
                <a:cs typeface="Nunito Sans ExtraLight"/>
                <a:sym typeface="Nunito Sans ExtraLight"/>
              </a:rPr>
              <a:t>Methodology</a:t>
            </a:r>
            <a:endParaRPr sz="1400" b="0" i="0" u="none" strike="noStrike" cap="none">
              <a:solidFill>
                <a:srgbClr val="000000"/>
              </a:solidFill>
              <a:latin typeface="Arial"/>
              <a:ea typeface="Arial"/>
              <a:cs typeface="Arial"/>
              <a:sym typeface="Arial"/>
            </a:endParaRPr>
          </a:p>
        </p:txBody>
      </p:sp>
      <p:sp>
        <p:nvSpPr>
          <p:cNvPr id="453" name="Google Shape;453;p20"/>
          <p:cNvSpPr txBox="1"/>
          <p:nvPr/>
        </p:nvSpPr>
        <p:spPr>
          <a:xfrm>
            <a:off x="4896349" y="584755"/>
            <a:ext cx="1984659" cy="406527"/>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Clr>
                <a:srgbClr val="000000"/>
              </a:buClr>
              <a:buSzPts val="2370"/>
              <a:buFont typeface="Arial"/>
              <a:buNone/>
            </a:pPr>
            <a:r>
              <a:rPr lang="en-US" sz="2370" b="0" i="0" u="none" strike="noStrike" cap="none">
                <a:solidFill>
                  <a:srgbClr val="FFFFFF"/>
                </a:solidFill>
                <a:latin typeface="Nunito Sans ExtraLight"/>
                <a:ea typeface="Nunito Sans ExtraLight"/>
                <a:cs typeface="Nunito Sans ExtraLight"/>
                <a:sym typeface="Nunito Sans ExtraLight"/>
              </a:rPr>
              <a:t>Introduction</a:t>
            </a:r>
            <a:endParaRPr sz="1400" b="0" i="0" u="none" strike="noStrike" cap="none">
              <a:solidFill>
                <a:srgbClr val="000000"/>
              </a:solidFill>
              <a:latin typeface="Arial"/>
              <a:ea typeface="Arial"/>
              <a:cs typeface="Arial"/>
              <a:sym typeface="Arial"/>
            </a:endParaRPr>
          </a:p>
        </p:txBody>
      </p:sp>
      <p:sp>
        <p:nvSpPr>
          <p:cNvPr id="454" name="Google Shape;454;p20"/>
          <p:cNvSpPr txBox="1"/>
          <p:nvPr/>
        </p:nvSpPr>
        <p:spPr>
          <a:xfrm>
            <a:off x="14098165" y="603805"/>
            <a:ext cx="2748483" cy="406527"/>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Clr>
                <a:srgbClr val="000000"/>
              </a:buClr>
              <a:buSzPts val="2370"/>
              <a:buFont typeface="Arial"/>
              <a:buNone/>
            </a:pPr>
            <a:r>
              <a:rPr lang="en-US" sz="2370" b="0" i="0" u="none" strike="noStrike" cap="none">
                <a:solidFill>
                  <a:srgbClr val="FFFFFF"/>
                </a:solidFill>
                <a:latin typeface="Nunito Sans ExtraLight"/>
                <a:ea typeface="Nunito Sans ExtraLight"/>
                <a:cs typeface="Nunito Sans ExtraLight"/>
                <a:sym typeface="Nunito Sans ExtraLight"/>
              </a:rPr>
              <a:t>Evaluating &amp; Testing</a:t>
            </a:r>
            <a:endParaRPr sz="1400" b="0" i="0" u="none" strike="noStrike" cap="none">
              <a:solidFill>
                <a:srgbClr val="000000"/>
              </a:solidFill>
              <a:latin typeface="Arial"/>
              <a:ea typeface="Arial"/>
              <a:cs typeface="Arial"/>
              <a:sym typeface="Arial"/>
            </a:endParaRPr>
          </a:p>
        </p:txBody>
      </p:sp>
      <p:sp>
        <p:nvSpPr>
          <p:cNvPr id="455" name="Google Shape;455;p20"/>
          <p:cNvSpPr/>
          <p:nvPr/>
        </p:nvSpPr>
        <p:spPr>
          <a:xfrm>
            <a:off x="17259300" y="542654"/>
            <a:ext cx="546702" cy="546702"/>
          </a:xfrm>
          <a:custGeom>
            <a:avLst/>
            <a:gdLst/>
            <a:ahLst/>
            <a:cxnLst/>
            <a:rect l="l" t="t" r="r" b="b"/>
            <a:pathLst>
              <a:path w="546702" h="546702" extrusionOk="0">
                <a:moveTo>
                  <a:pt x="0" y="0"/>
                </a:moveTo>
                <a:lnTo>
                  <a:pt x="546702" y="0"/>
                </a:lnTo>
                <a:lnTo>
                  <a:pt x="546702" y="546702"/>
                </a:lnTo>
                <a:lnTo>
                  <a:pt x="0" y="546702"/>
                </a:lnTo>
                <a:lnTo>
                  <a:pt x="0" y="0"/>
                </a:lnTo>
                <a:close/>
              </a:path>
            </a:pathLst>
          </a:custGeom>
          <a:blipFill rotWithShape="1">
            <a:blip r:embed="rId3">
              <a:alphaModFix/>
            </a:blip>
            <a:stretch>
              <a:fillRect/>
            </a:stretch>
          </a:blipFill>
          <a:ln>
            <a:noFill/>
          </a:ln>
        </p:spPr>
      </p:sp>
      <p:sp>
        <p:nvSpPr>
          <p:cNvPr id="456" name="Google Shape;456;p20"/>
          <p:cNvSpPr txBox="1"/>
          <p:nvPr/>
        </p:nvSpPr>
        <p:spPr>
          <a:xfrm>
            <a:off x="7176992" y="584755"/>
            <a:ext cx="1641437" cy="423193"/>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Clr>
                <a:srgbClr val="000000"/>
              </a:buClr>
              <a:buSzPts val="2370"/>
              <a:buFont typeface="Arial"/>
              <a:buNone/>
            </a:pPr>
            <a:r>
              <a:rPr lang="en-US" sz="2370" b="0" i="0" u="none" strike="noStrike" cap="none">
                <a:solidFill>
                  <a:srgbClr val="FFFFFF"/>
                </a:solidFill>
                <a:latin typeface="Nunito Sans ExtraLight"/>
                <a:ea typeface="Nunito Sans ExtraLight"/>
                <a:cs typeface="Nunito Sans ExtraLight"/>
                <a:sym typeface="Nunito Sans ExtraLight"/>
              </a:rPr>
              <a:t>Literatures</a:t>
            </a:r>
            <a:endParaRPr sz="2370" b="0" i="0" u="none" strike="noStrike" cap="none">
              <a:solidFill>
                <a:srgbClr val="FFFFFF"/>
              </a:solidFill>
              <a:latin typeface="Nunito Sans ExtraLight"/>
              <a:ea typeface="Nunito Sans ExtraLight"/>
              <a:cs typeface="Nunito Sans ExtraLight"/>
              <a:sym typeface="Nunito Sans ExtraLight"/>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460"/>
        <p:cNvGrpSpPr/>
        <p:nvPr/>
      </p:nvGrpSpPr>
      <p:grpSpPr>
        <a:xfrm>
          <a:off x="0" y="0"/>
          <a:ext cx="0" cy="0"/>
          <a:chOff x="0" y="0"/>
          <a:chExt cx="0" cy="0"/>
        </a:xfrm>
      </p:grpSpPr>
      <p:grpSp>
        <p:nvGrpSpPr>
          <p:cNvPr id="461" name="Google Shape;461;p21"/>
          <p:cNvGrpSpPr/>
          <p:nvPr/>
        </p:nvGrpSpPr>
        <p:grpSpPr>
          <a:xfrm>
            <a:off x="-559697" y="-773188"/>
            <a:ext cx="19670481" cy="2376603"/>
            <a:chOff x="0" y="-38100"/>
            <a:chExt cx="5180703" cy="625937"/>
          </a:xfrm>
        </p:grpSpPr>
        <p:sp>
          <p:nvSpPr>
            <p:cNvPr id="462" name="Google Shape;462;p21"/>
            <p:cNvSpPr/>
            <p:nvPr/>
          </p:nvSpPr>
          <p:spPr>
            <a:xfrm>
              <a:off x="0" y="0"/>
              <a:ext cx="5180703" cy="587837"/>
            </a:xfrm>
            <a:custGeom>
              <a:avLst/>
              <a:gdLst/>
              <a:ahLst/>
              <a:cxnLst/>
              <a:rect l="l" t="t" r="r" b="b"/>
              <a:pathLst>
                <a:path w="5180703" h="587837" extrusionOk="0">
                  <a:moveTo>
                    <a:pt x="0" y="0"/>
                  </a:moveTo>
                  <a:lnTo>
                    <a:pt x="5180703" y="0"/>
                  </a:lnTo>
                  <a:lnTo>
                    <a:pt x="5180703" y="587837"/>
                  </a:lnTo>
                  <a:lnTo>
                    <a:pt x="0" y="587837"/>
                  </a:lnTo>
                  <a:close/>
                </a:path>
              </a:pathLst>
            </a:custGeom>
            <a:solidFill>
              <a:srgbClr val="790A0A"/>
            </a:solidFill>
            <a:ln>
              <a:noFill/>
            </a:ln>
          </p:spPr>
        </p:sp>
        <p:sp>
          <p:nvSpPr>
            <p:cNvPr id="463" name="Google Shape;463;p21"/>
            <p:cNvSpPr txBox="1"/>
            <p:nvPr/>
          </p:nvSpPr>
          <p:spPr>
            <a:xfrm>
              <a:off x="0" y="-38100"/>
              <a:ext cx="5180703" cy="625937"/>
            </a:xfrm>
            <a:prstGeom prst="rect">
              <a:avLst/>
            </a:prstGeom>
            <a:noFill/>
            <a:ln>
              <a:noFill/>
            </a:ln>
          </p:spPr>
          <p:txBody>
            <a:bodyPr spcFirstLastPara="1" wrap="square" lIns="50800" tIns="50800" rIns="50800" bIns="50800" anchor="ctr" anchorCtr="0">
              <a:noAutofit/>
            </a:bodyPr>
            <a:lstStyle/>
            <a:p>
              <a:pPr marL="0" marR="0" lvl="0" indent="0" algn="ctr" rtl="0">
                <a:lnSpc>
                  <a:spcPct val="147722"/>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grpSp>
      <p:grpSp>
        <p:nvGrpSpPr>
          <p:cNvPr id="464" name="Google Shape;464;p21"/>
          <p:cNvGrpSpPr/>
          <p:nvPr/>
        </p:nvGrpSpPr>
        <p:grpSpPr>
          <a:xfrm>
            <a:off x="-469433" y="9757480"/>
            <a:ext cx="19489954" cy="1158047"/>
            <a:chOff x="0" y="-38100"/>
            <a:chExt cx="5133157" cy="305000"/>
          </a:xfrm>
        </p:grpSpPr>
        <p:sp>
          <p:nvSpPr>
            <p:cNvPr id="465" name="Google Shape;465;p21"/>
            <p:cNvSpPr/>
            <p:nvPr/>
          </p:nvSpPr>
          <p:spPr>
            <a:xfrm>
              <a:off x="0" y="0"/>
              <a:ext cx="5133157" cy="266900"/>
            </a:xfrm>
            <a:custGeom>
              <a:avLst/>
              <a:gdLst/>
              <a:ahLst/>
              <a:cxnLst/>
              <a:rect l="l" t="t" r="r" b="b"/>
              <a:pathLst>
                <a:path w="5133157" h="266900" extrusionOk="0">
                  <a:moveTo>
                    <a:pt x="0" y="0"/>
                  </a:moveTo>
                  <a:lnTo>
                    <a:pt x="5133157" y="0"/>
                  </a:lnTo>
                  <a:lnTo>
                    <a:pt x="5133157" y="266900"/>
                  </a:lnTo>
                  <a:lnTo>
                    <a:pt x="0" y="266900"/>
                  </a:lnTo>
                  <a:close/>
                </a:path>
              </a:pathLst>
            </a:custGeom>
            <a:solidFill>
              <a:srgbClr val="790A0A"/>
            </a:solidFill>
            <a:ln>
              <a:noFill/>
            </a:ln>
          </p:spPr>
        </p:sp>
        <p:sp>
          <p:nvSpPr>
            <p:cNvPr id="466" name="Google Shape;466;p21"/>
            <p:cNvSpPr txBox="1"/>
            <p:nvPr/>
          </p:nvSpPr>
          <p:spPr>
            <a:xfrm>
              <a:off x="0" y="-38100"/>
              <a:ext cx="5133157" cy="305000"/>
            </a:xfrm>
            <a:prstGeom prst="rect">
              <a:avLst/>
            </a:prstGeom>
            <a:noFill/>
            <a:ln>
              <a:noFill/>
            </a:ln>
          </p:spPr>
          <p:txBody>
            <a:bodyPr spcFirstLastPara="1" wrap="square" lIns="50800" tIns="50800" rIns="50800" bIns="50800" anchor="ctr" anchorCtr="0">
              <a:noAutofit/>
            </a:bodyPr>
            <a:lstStyle/>
            <a:p>
              <a:pPr marL="0" marR="0" lvl="0" indent="0" algn="ctr" rtl="0">
                <a:lnSpc>
                  <a:spcPct val="147722"/>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grpSp>
      <p:cxnSp>
        <p:nvCxnSpPr>
          <p:cNvPr id="467" name="Google Shape;467;p21"/>
          <p:cNvCxnSpPr/>
          <p:nvPr/>
        </p:nvCxnSpPr>
        <p:spPr>
          <a:xfrm>
            <a:off x="4523662" y="-628527"/>
            <a:ext cx="0" cy="2231942"/>
          </a:xfrm>
          <a:prstGeom prst="straightConnector1">
            <a:avLst/>
          </a:prstGeom>
          <a:noFill/>
          <a:ln w="19050" cap="flat" cmpd="sng">
            <a:solidFill>
              <a:srgbClr val="FFFFFF"/>
            </a:solidFill>
            <a:prstDash val="solid"/>
            <a:round/>
            <a:headEnd type="none" w="sm" len="sm"/>
            <a:tailEnd type="none" w="sm" len="sm"/>
          </a:ln>
        </p:spPr>
      </p:cxnSp>
      <p:cxnSp>
        <p:nvCxnSpPr>
          <p:cNvPr id="468" name="Google Shape;468;p21"/>
          <p:cNvCxnSpPr/>
          <p:nvPr/>
        </p:nvCxnSpPr>
        <p:spPr>
          <a:xfrm rot="10800000">
            <a:off x="-559697" y="1593890"/>
            <a:ext cx="19670481" cy="0"/>
          </a:xfrm>
          <a:prstGeom prst="straightConnector1">
            <a:avLst/>
          </a:prstGeom>
          <a:noFill/>
          <a:ln w="19050" cap="flat" cmpd="sng">
            <a:solidFill>
              <a:srgbClr val="000000"/>
            </a:solidFill>
            <a:prstDash val="solid"/>
            <a:round/>
            <a:headEnd type="none" w="sm" len="sm"/>
            <a:tailEnd type="none" w="sm" len="sm"/>
          </a:ln>
        </p:spPr>
      </p:cxnSp>
      <p:sp>
        <p:nvSpPr>
          <p:cNvPr id="469" name="Google Shape;469;p21"/>
          <p:cNvSpPr txBox="1"/>
          <p:nvPr/>
        </p:nvSpPr>
        <p:spPr>
          <a:xfrm>
            <a:off x="954299" y="2943397"/>
            <a:ext cx="10841063" cy="948978"/>
          </a:xfrm>
          <a:prstGeom prst="rect">
            <a:avLst/>
          </a:prstGeom>
          <a:noFill/>
          <a:ln>
            <a:noFill/>
          </a:ln>
        </p:spPr>
        <p:txBody>
          <a:bodyPr spcFirstLastPara="1" wrap="square" lIns="0" tIns="0" rIns="0" bIns="0" anchor="t" anchorCtr="0">
            <a:spAutoFit/>
          </a:bodyPr>
          <a:lstStyle/>
          <a:p>
            <a:pPr marL="0" marR="0" lvl="0" indent="0" algn="l" rtl="0">
              <a:lnSpc>
                <a:spcPct val="127005"/>
              </a:lnSpc>
              <a:spcBef>
                <a:spcPts val="0"/>
              </a:spcBef>
              <a:spcAft>
                <a:spcPts val="0"/>
              </a:spcAft>
              <a:buClr>
                <a:srgbClr val="000000"/>
              </a:buClr>
              <a:buSzPts val="5847"/>
              <a:buFont typeface="Arial"/>
              <a:buNone/>
            </a:pPr>
            <a:r>
              <a:rPr lang="en-US" sz="5847" b="0" i="0" u="none" strike="noStrike" cap="none">
                <a:solidFill>
                  <a:srgbClr val="000000"/>
                </a:solidFill>
                <a:latin typeface="Prompt Black"/>
                <a:ea typeface="Prompt Black"/>
                <a:cs typeface="Prompt Black"/>
                <a:sym typeface="Prompt Black"/>
              </a:rPr>
              <a:t>SYSTEM USERS / ACTORS</a:t>
            </a:r>
            <a:endParaRPr sz="5847" b="0" i="0" u="none" strike="noStrike" cap="none">
              <a:solidFill>
                <a:srgbClr val="000000"/>
              </a:solidFill>
              <a:latin typeface="Prompt Black"/>
              <a:ea typeface="Prompt Black"/>
              <a:cs typeface="Prompt Black"/>
              <a:sym typeface="Prompt Black"/>
            </a:endParaRPr>
          </a:p>
        </p:txBody>
      </p:sp>
      <p:sp>
        <p:nvSpPr>
          <p:cNvPr id="470" name="Google Shape;470;p21"/>
          <p:cNvSpPr txBox="1"/>
          <p:nvPr/>
        </p:nvSpPr>
        <p:spPr>
          <a:xfrm>
            <a:off x="777363" y="439220"/>
            <a:ext cx="3117648" cy="605028"/>
          </a:xfrm>
          <a:prstGeom prst="rect">
            <a:avLst/>
          </a:prstGeom>
          <a:noFill/>
          <a:ln>
            <a:noFill/>
          </a:ln>
        </p:spPr>
        <p:txBody>
          <a:bodyPr spcFirstLastPara="1" wrap="square" lIns="0" tIns="0" rIns="0" bIns="0" anchor="t" anchorCtr="0">
            <a:spAutoFit/>
          </a:bodyPr>
          <a:lstStyle/>
          <a:p>
            <a:pPr marL="0" marR="0" lvl="0" indent="0" algn="l" rtl="0">
              <a:lnSpc>
                <a:spcPct val="140039"/>
              </a:lnSpc>
              <a:spcBef>
                <a:spcPts val="0"/>
              </a:spcBef>
              <a:spcAft>
                <a:spcPts val="0"/>
              </a:spcAft>
              <a:buClr>
                <a:srgbClr val="000000"/>
              </a:buClr>
              <a:buSzPts val="3554"/>
              <a:buFont typeface="Arial"/>
              <a:buNone/>
            </a:pPr>
            <a:r>
              <a:rPr lang="en-US" sz="3554" b="1" i="0" u="none" strike="noStrike" cap="none">
                <a:solidFill>
                  <a:srgbClr val="FFFFFF"/>
                </a:solidFill>
                <a:latin typeface="Nunito Sans"/>
                <a:ea typeface="Nunito Sans"/>
                <a:cs typeface="Nunito Sans"/>
                <a:sym typeface="Nunito Sans"/>
              </a:rPr>
              <a:t>Cecilian Portal</a:t>
            </a:r>
            <a:endParaRPr sz="1400" b="0" i="0" u="none" strike="noStrike" cap="none">
              <a:solidFill>
                <a:srgbClr val="000000"/>
              </a:solidFill>
              <a:latin typeface="Arial"/>
              <a:ea typeface="Arial"/>
              <a:cs typeface="Arial"/>
              <a:sym typeface="Arial"/>
            </a:endParaRPr>
          </a:p>
        </p:txBody>
      </p:sp>
      <p:sp>
        <p:nvSpPr>
          <p:cNvPr id="471" name="Google Shape;471;p21"/>
          <p:cNvSpPr txBox="1"/>
          <p:nvPr/>
        </p:nvSpPr>
        <p:spPr>
          <a:xfrm>
            <a:off x="11380120" y="594280"/>
            <a:ext cx="2443433" cy="406527"/>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Clr>
                <a:srgbClr val="000000"/>
              </a:buClr>
              <a:buSzPts val="2370"/>
              <a:buFont typeface="Arial"/>
              <a:buNone/>
            </a:pPr>
            <a:r>
              <a:rPr lang="en-US" sz="2370" b="0" i="0" u="none" strike="noStrike" cap="none">
                <a:solidFill>
                  <a:srgbClr val="FFFFFF"/>
                </a:solidFill>
                <a:latin typeface="Nunito Sans ExtraLight"/>
                <a:ea typeface="Nunito Sans ExtraLight"/>
                <a:cs typeface="Nunito Sans ExtraLight"/>
                <a:sym typeface="Nunito Sans ExtraLight"/>
              </a:rPr>
              <a:t>System Design</a:t>
            </a:r>
            <a:endParaRPr sz="1400" b="0" i="0" u="none" strike="noStrike" cap="none">
              <a:solidFill>
                <a:srgbClr val="000000"/>
              </a:solidFill>
              <a:latin typeface="Arial"/>
              <a:ea typeface="Arial"/>
              <a:cs typeface="Arial"/>
              <a:sym typeface="Arial"/>
            </a:endParaRPr>
          </a:p>
        </p:txBody>
      </p:sp>
      <p:sp>
        <p:nvSpPr>
          <p:cNvPr id="472" name="Google Shape;472;p21"/>
          <p:cNvSpPr txBox="1"/>
          <p:nvPr/>
        </p:nvSpPr>
        <p:spPr>
          <a:xfrm>
            <a:off x="9235533" y="584755"/>
            <a:ext cx="1737007" cy="406527"/>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Clr>
                <a:srgbClr val="000000"/>
              </a:buClr>
              <a:buSzPts val="2370"/>
              <a:buFont typeface="Arial"/>
              <a:buNone/>
            </a:pPr>
            <a:r>
              <a:rPr lang="en-US" sz="2370" b="0" i="0" u="none" strike="noStrike" cap="none">
                <a:solidFill>
                  <a:srgbClr val="FFFFFF"/>
                </a:solidFill>
                <a:latin typeface="Nunito Sans ExtraLight"/>
                <a:ea typeface="Nunito Sans ExtraLight"/>
                <a:cs typeface="Nunito Sans ExtraLight"/>
                <a:sym typeface="Nunito Sans ExtraLight"/>
              </a:rPr>
              <a:t>Methodology</a:t>
            </a:r>
            <a:endParaRPr sz="1400" b="0" i="0" u="none" strike="noStrike" cap="none">
              <a:solidFill>
                <a:srgbClr val="000000"/>
              </a:solidFill>
              <a:latin typeface="Arial"/>
              <a:ea typeface="Arial"/>
              <a:cs typeface="Arial"/>
              <a:sym typeface="Arial"/>
            </a:endParaRPr>
          </a:p>
        </p:txBody>
      </p:sp>
      <p:sp>
        <p:nvSpPr>
          <p:cNvPr id="473" name="Google Shape;473;p21"/>
          <p:cNvSpPr txBox="1"/>
          <p:nvPr/>
        </p:nvSpPr>
        <p:spPr>
          <a:xfrm>
            <a:off x="4896349" y="584755"/>
            <a:ext cx="1984659" cy="406527"/>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Clr>
                <a:srgbClr val="000000"/>
              </a:buClr>
              <a:buSzPts val="2370"/>
              <a:buFont typeface="Arial"/>
              <a:buNone/>
            </a:pPr>
            <a:r>
              <a:rPr lang="en-US" sz="2370" b="0" i="0" u="none" strike="noStrike" cap="none">
                <a:solidFill>
                  <a:srgbClr val="FFFFFF"/>
                </a:solidFill>
                <a:latin typeface="Nunito Sans ExtraLight"/>
                <a:ea typeface="Nunito Sans ExtraLight"/>
                <a:cs typeface="Nunito Sans ExtraLight"/>
                <a:sym typeface="Nunito Sans ExtraLight"/>
              </a:rPr>
              <a:t>Introduction</a:t>
            </a:r>
            <a:endParaRPr sz="1400" b="0" i="0" u="none" strike="noStrike" cap="none">
              <a:solidFill>
                <a:srgbClr val="000000"/>
              </a:solidFill>
              <a:latin typeface="Arial"/>
              <a:ea typeface="Arial"/>
              <a:cs typeface="Arial"/>
              <a:sym typeface="Arial"/>
            </a:endParaRPr>
          </a:p>
        </p:txBody>
      </p:sp>
      <p:sp>
        <p:nvSpPr>
          <p:cNvPr id="474" name="Google Shape;474;p21"/>
          <p:cNvSpPr txBox="1"/>
          <p:nvPr/>
        </p:nvSpPr>
        <p:spPr>
          <a:xfrm>
            <a:off x="14098165" y="603805"/>
            <a:ext cx="2748483" cy="406527"/>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Clr>
                <a:srgbClr val="000000"/>
              </a:buClr>
              <a:buSzPts val="2370"/>
              <a:buFont typeface="Arial"/>
              <a:buNone/>
            </a:pPr>
            <a:r>
              <a:rPr lang="en-US" sz="2370" b="0" i="0" u="none" strike="noStrike" cap="none">
                <a:solidFill>
                  <a:srgbClr val="FFFFFF"/>
                </a:solidFill>
                <a:latin typeface="Nunito Sans ExtraLight"/>
                <a:ea typeface="Nunito Sans ExtraLight"/>
                <a:cs typeface="Nunito Sans ExtraLight"/>
                <a:sym typeface="Nunito Sans ExtraLight"/>
              </a:rPr>
              <a:t>Evaluating &amp; Testing</a:t>
            </a:r>
            <a:endParaRPr sz="1400" b="0" i="0" u="none" strike="noStrike" cap="none">
              <a:solidFill>
                <a:srgbClr val="000000"/>
              </a:solidFill>
              <a:latin typeface="Arial"/>
              <a:ea typeface="Arial"/>
              <a:cs typeface="Arial"/>
              <a:sym typeface="Arial"/>
            </a:endParaRPr>
          </a:p>
        </p:txBody>
      </p:sp>
      <p:sp>
        <p:nvSpPr>
          <p:cNvPr id="475" name="Google Shape;475;p21"/>
          <p:cNvSpPr/>
          <p:nvPr/>
        </p:nvSpPr>
        <p:spPr>
          <a:xfrm>
            <a:off x="17259300" y="542654"/>
            <a:ext cx="546702" cy="546702"/>
          </a:xfrm>
          <a:custGeom>
            <a:avLst/>
            <a:gdLst/>
            <a:ahLst/>
            <a:cxnLst/>
            <a:rect l="l" t="t" r="r" b="b"/>
            <a:pathLst>
              <a:path w="546702" h="546702" extrusionOk="0">
                <a:moveTo>
                  <a:pt x="0" y="0"/>
                </a:moveTo>
                <a:lnTo>
                  <a:pt x="546702" y="0"/>
                </a:lnTo>
                <a:lnTo>
                  <a:pt x="546702" y="546702"/>
                </a:lnTo>
                <a:lnTo>
                  <a:pt x="0" y="546702"/>
                </a:lnTo>
                <a:lnTo>
                  <a:pt x="0" y="0"/>
                </a:lnTo>
                <a:close/>
              </a:path>
            </a:pathLst>
          </a:custGeom>
          <a:blipFill rotWithShape="1">
            <a:blip r:embed="rId3">
              <a:alphaModFix/>
            </a:blip>
            <a:stretch>
              <a:fillRect/>
            </a:stretch>
          </a:blipFill>
          <a:ln>
            <a:noFill/>
          </a:ln>
        </p:spPr>
      </p:sp>
      <p:sp>
        <p:nvSpPr>
          <p:cNvPr id="476" name="Google Shape;476;p21"/>
          <p:cNvSpPr txBox="1"/>
          <p:nvPr/>
        </p:nvSpPr>
        <p:spPr>
          <a:xfrm>
            <a:off x="7176992" y="584755"/>
            <a:ext cx="1641437" cy="423193"/>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Clr>
                <a:srgbClr val="000000"/>
              </a:buClr>
              <a:buSzPts val="2370"/>
              <a:buFont typeface="Arial"/>
              <a:buNone/>
            </a:pPr>
            <a:r>
              <a:rPr lang="en-US" sz="2370" b="0" i="0" u="none" strike="noStrike" cap="none">
                <a:solidFill>
                  <a:srgbClr val="FFFFFF"/>
                </a:solidFill>
                <a:latin typeface="Nunito Sans ExtraLight"/>
                <a:ea typeface="Nunito Sans ExtraLight"/>
                <a:cs typeface="Nunito Sans ExtraLight"/>
                <a:sym typeface="Nunito Sans ExtraLight"/>
              </a:rPr>
              <a:t>Literatures</a:t>
            </a:r>
            <a:endParaRPr sz="2370" b="0" i="0" u="none" strike="noStrike" cap="none">
              <a:solidFill>
                <a:srgbClr val="FFFFFF"/>
              </a:solidFill>
              <a:latin typeface="Nunito Sans ExtraLight"/>
              <a:ea typeface="Nunito Sans ExtraLight"/>
              <a:cs typeface="Nunito Sans ExtraLight"/>
              <a:sym typeface="Nunito Sans ExtraLight"/>
            </a:endParaRPr>
          </a:p>
        </p:txBody>
      </p:sp>
      <p:sp>
        <p:nvSpPr>
          <p:cNvPr id="5" name="TextBox 4">
            <a:extLst>
              <a:ext uri="{FF2B5EF4-FFF2-40B4-BE49-F238E27FC236}">
                <a16:creationId xmlns:a16="http://schemas.microsoft.com/office/drawing/2014/main" id="{5845E4A5-5772-1441-6114-A699C97A70BD}"/>
              </a:ext>
            </a:extLst>
          </p:cNvPr>
          <p:cNvSpPr txBox="1"/>
          <p:nvPr/>
        </p:nvSpPr>
        <p:spPr>
          <a:xfrm>
            <a:off x="595993" y="4037036"/>
            <a:ext cx="9846128" cy="3770840"/>
          </a:xfrm>
          <a:prstGeom prst="rect">
            <a:avLst/>
          </a:prstGeom>
          <a:noFill/>
        </p:spPr>
        <p:txBody>
          <a:bodyPr wrap="square">
            <a:spAutoFit/>
          </a:bodyPr>
          <a:lstStyle/>
          <a:p>
            <a:pPr marL="1000016" marR="0" lvl="1" indent="-500006" algn="just" rtl="0">
              <a:lnSpc>
                <a:spcPct val="172014"/>
              </a:lnSpc>
              <a:spcBef>
                <a:spcPts val="0"/>
              </a:spcBef>
              <a:spcAft>
                <a:spcPts val="0"/>
              </a:spcAft>
              <a:buClr>
                <a:srgbClr val="000000"/>
              </a:buClr>
              <a:buSzPts val="4631"/>
              <a:buFont typeface="Arial"/>
              <a:buChar char="•"/>
            </a:pPr>
            <a:r>
              <a:rPr lang="en-US" sz="4800" dirty="0">
                <a:latin typeface="Nunito Sans ExtraLight" pitchFamily="2" charset="0"/>
                <a:sym typeface="Nunito Sans ExtraLight"/>
              </a:rPr>
              <a:t>Student</a:t>
            </a:r>
          </a:p>
          <a:p>
            <a:pPr marL="1000016" marR="0" lvl="1" indent="-500006" algn="just" rtl="0">
              <a:lnSpc>
                <a:spcPct val="172014"/>
              </a:lnSpc>
              <a:spcBef>
                <a:spcPts val="0"/>
              </a:spcBef>
              <a:spcAft>
                <a:spcPts val="0"/>
              </a:spcAft>
              <a:buClr>
                <a:srgbClr val="000000"/>
              </a:buClr>
              <a:buSzPts val="4631"/>
              <a:buFont typeface="Arial"/>
              <a:buChar char="•"/>
            </a:pPr>
            <a:r>
              <a:rPr lang="en-US" sz="4800" b="0" i="0" u="none" strike="noStrike" cap="none" dirty="0">
                <a:solidFill>
                  <a:srgbClr val="000000"/>
                </a:solidFill>
                <a:latin typeface="Nunito Sans ExtraLight" pitchFamily="2" charset="0"/>
                <a:ea typeface="Nunito Sans ExtraLight"/>
                <a:cs typeface="Nunito Sans ExtraLight"/>
                <a:sym typeface="Nunito Sans ExtraLight"/>
              </a:rPr>
              <a:t>Library Staff</a:t>
            </a:r>
          </a:p>
          <a:p>
            <a:pPr marL="1000016" marR="0" lvl="1" indent="-500006" algn="just" rtl="0">
              <a:lnSpc>
                <a:spcPct val="172014"/>
              </a:lnSpc>
              <a:spcBef>
                <a:spcPts val="0"/>
              </a:spcBef>
              <a:spcAft>
                <a:spcPts val="0"/>
              </a:spcAft>
              <a:buClr>
                <a:srgbClr val="000000"/>
              </a:buClr>
              <a:buSzPts val="4631"/>
              <a:buFont typeface="Arial"/>
              <a:buChar char="•"/>
            </a:pPr>
            <a:r>
              <a:rPr lang="en-US" sz="4800" b="0" i="0" u="none" strike="noStrike" cap="none" dirty="0">
                <a:solidFill>
                  <a:srgbClr val="000000"/>
                </a:solidFill>
                <a:latin typeface="Nunito Sans ExtraLight" pitchFamily="2" charset="0"/>
                <a:ea typeface="Nunito Sans ExtraLight"/>
                <a:cs typeface="Nunito Sans ExtraLight"/>
                <a:sym typeface="Nunito Sans ExtraLight"/>
              </a:rPr>
              <a:t>Librarian</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482"/>
        <p:cNvGrpSpPr/>
        <p:nvPr/>
      </p:nvGrpSpPr>
      <p:grpSpPr>
        <a:xfrm>
          <a:off x="0" y="0"/>
          <a:ext cx="0" cy="0"/>
          <a:chOff x="0" y="0"/>
          <a:chExt cx="0" cy="0"/>
        </a:xfrm>
      </p:grpSpPr>
      <p:grpSp>
        <p:nvGrpSpPr>
          <p:cNvPr id="483" name="Google Shape;483;p22"/>
          <p:cNvGrpSpPr/>
          <p:nvPr/>
        </p:nvGrpSpPr>
        <p:grpSpPr>
          <a:xfrm>
            <a:off x="-559697" y="-773188"/>
            <a:ext cx="19670481" cy="2376603"/>
            <a:chOff x="0" y="-38100"/>
            <a:chExt cx="5180703" cy="625937"/>
          </a:xfrm>
        </p:grpSpPr>
        <p:sp>
          <p:nvSpPr>
            <p:cNvPr id="484" name="Google Shape;484;p22"/>
            <p:cNvSpPr/>
            <p:nvPr/>
          </p:nvSpPr>
          <p:spPr>
            <a:xfrm>
              <a:off x="0" y="0"/>
              <a:ext cx="5180703" cy="587837"/>
            </a:xfrm>
            <a:custGeom>
              <a:avLst/>
              <a:gdLst/>
              <a:ahLst/>
              <a:cxnLst/>
              <a:rect l="l" t="t" r="r" b="b"/>
              <a:pathLst>
                <a:path w="5180703" h="587837" extrusionOk="0">
                  <a:moveTo>
                    <a:pt x="0" y="0"/>
                  </a:moveTo>
                  <a:lnTo>
                    <a:pt x="5180703" y="0"/>
                  </a:lnTo>
                  <a:lnTo>
                    <a:pt x="5180703" y="587837"/>
                  </a:lnTo>
                  <a:lnTo>
                    <a:pt x="0" y="587837"/>
                  </a:lnTo>
                  <a:close/>
                </a:path>
              </a:pathLst>
            </a:custGeom>
            <a:solidFill>
              <a:srgbClr val="790A0A"/>
            </a:solidFill>
            <a:ln>
              <a:noFill/>
            </a:ln>
          </p:spPr>
        </p:sp>
        <p:sp>
          <p:nvSpPr>
            <p:cNvPr id="485" name="Google Shape;485;p22"/>
            <p:cNvSpPr txBox="1"/>
            <p:nvPr/>
          </p:nvSpPr>
          <p:spPr>
            <a:xfrm>
              <a:off x="0" y="-38100"/>
              <a:ext cx="5180703" cy="625937"/>
            </a:xfrm>
            <a:prstGeom prst="rect">
              <a:avLst/>
            </a:prstGeom>
            <a:noFill/>
            <a:ln>
              <a:noFill/>
            </a:ln>
          </p:spPr>
          <p:txBody>
            <a:bodyPr spcFirstLastPara="1" wrap="square" lIns="50800" tIns="50800" rIns="50800" bIns="50800" anchor="ctr" anchorCtr="0">
              <a:noAutofit/>
            </a:bodyPr>
            <a:lstStyle/>
            <a:p>
              <a:pPr marL="0" marR="0" lvl="0" indent="0" algn="ctr" rtl="0">
                <a:lnSpc>
                  <a:spcPct val="147722"/>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grpSp>
      <p:grpSp>
        <p:nvGrpSpPr>
          <p:cNvPr id="486" name="Google Shape;486;p22"/>
          <p:cNvGrpSpPr/>
          <p:nvPr/>
        </p:nvGrpSpPr>
        <p:grpSpPr>
          <a:xfrm>
            <a:off x="-469433" y="9757480"/>
            <a:ext cx="19489954" cy="1158047"/>
            <a:chOff x="0" y="-38100"/>
            <a:chExt cx="5133157" cy="305000"/>
          </a:xfrm>
        </p:grpSpPr>
        <p:sp>
          <p:nvSpPr>
            <p:cNvPr id="487" name="Google Shape;487;p22"/>
            <p:cNvSpPr/>
            <p:nvPr/>
          </p:nvSpPr>
          <p:spPr>
            <a:xfrm>
              <a:off x="0" y="0"/>
              <a:ext cx="5133157" cy="266900"/>
            </a:xfrm>
            <a:custGeom>
              <a:avLst/>
              <a:gdLst/>
              <a:ahLst/>
              <a:cxnLst/>
              <a:rect l="l" t="t" r="r" b="b"/>
              <a:pathLst>
                <a:path w="5133157" h="266900" extrusionOk="0">
                  <a:moveTo>
                    <a:pt x="0" y="0"/>
                  </a:moveTo>
                  <a:lnTo>
                    <a:pt x="5133157" y="0"/>
                  </a:lnTo>
                  <a:lnTo>
                    <a:pt x="5133157" y="266900"/>
                  </a:lnTo>
                  <a:lnTo>
                    <a:pt x="0" y="266900"/>
                  </a:lnTo>
                  <a:close/>
                </a:path>
              </a:pathLst>
            </a:custGeom>
            <a:solidFill>
              <a:srgbClr val="790A0A"/>
            </a:solidFill>
            <a:ln>
              <a:noFill/>
            </a:ln>
          </p:spPr>
        </p:sp>
        <p:sp>
          <p:nvSpPr>
            <p:cNvPr id="488" name="Google Shape;488;p22"/>
            <p:cNvSpPr txBox="1"/>
            <p:nvPr/>
          </p:nvSpPr>
          <p:spPr>
            <a:xfrm>
              <a:off x="0" y="-38100"/>
              <a:ext cx="5133157" cy="305000"/>
            </a:xfrm>
            <a:prstGeom prst="rect">
              <a:avLst/>
            </a:prstGeom>
            <a:noFill/>
            <a:ln>
              <a:noFill/>
            </a:ln>
          </p:spPr>
          <p:txBody>
            <a:bodyPr spcFirstLastPara="1" wrap="square" lIns="50800" tIns="50800" rIns="50800" bIns="50800" anchor="ctr" anchorCtr="0">
              <a:noAutofit/>
            </a:bodyPr>
            <a:lstStyle/>
            <a:p>
              <a:pPr marL="0" marR="0" lvl="0" indent="0" algn="ctr" rtl="0">
                <a:lnSpc>
                  <a:spcPct val="147722"/>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grpSp>
      <p:cxnSp>
        <p:nvCxnSpPr>
          <p:cNvPr id="489" name="Google Shape;489;p22"/>
          <p:cNvCxnSpPr/>
          <p:nvPr/>
        </p:nvCxnSpPr>
        <p:spPr>
          <a:xfrm>
            <a:off x="4523662" y="-628527"/>
            <a:ext cx="0" cy="2231942"/>
          </a:xfrm>
          <a:prstGeom prst="straightConnector1">
            <a:avLst/>
          </a:prstGeom>
          <a:noFill/>
          <a:ln w="19050" cap="flat" cmpd="sng">
            <a:solidFill>
              <a:srgbClr val="FFFFFF"/>
            </a:solidFill>
            <a:prstDash val="solid"/>
            <a:round/>
            <a:headEnd type="none" w="sm" len="sm"/>
            <a:tailEnd type="none" w="sm" len="sm"/>
          </a:ln>
        </p:spPr>
      </p:cxnSp>
      <p:cxnSp>
        <p:nvCxnSpPr>
          <p:cNvPr id="490" name="Google Shape;490;p22"/>
          <p:cNvCxnSpPr/>
          <p:nvPr/>
        </p:nvCxnSpPr>
        <p:spPr>
          <a:xfrm rot="10800000">
            <a:off x="-559697" y="1593890"/>
            <a:ext cx="19670481" cy="0"/>
          </a:xfrm>
          <a:prstGeom prst="straightConnector1">
            <a:avLst/>
          </a:prstGeom>
          <a:noFill/>
          <a:ln w="19050" cap="flat" cmpd="sng">
            <a:solidFill>
              <a:srgbClr val="000000"/>
            </a:solidFill>
            <a:prstDash val="solid"/>
            <a:round/>
            <a:headEnd type="none" w="sm" len="sm"/>
            <a:tailEnd type="none" w="sm" len="sm"/>
          </a:ln>
        </p:spPr>
      </p:cxnSp>
      <p:sp>
        <p:nvSpPr>
          <p:cNvPr id="492" name="Google Shape;492;p22"/>
          <p:cNvSpPr txBox="1"/>
          <p:nvPr/>
        </p:nvSpPr>
        <p:spPr>
          <a:xfrm>
            <a:off x="468146" y="1637330"/>
            <a:ext cx="10841063" cy="933289"/>
          </a:xfrm>
          <a:prstGeom prst="rect">
            <a:avLst/>
          </a:prstGeom>
          <a:noFill/>
          <a:ln>
            <a:noFill/>
          </a:ln>
        </p:spPr>
        <p:txBody>
          <a:bodyPr spcFirstLastPara="1" wrap="square" lIns="0" tIns="0" rIns="0" bIns="0" anchor="t" anchorCtr="0">
            <a:spAutoFit/>
          </a:bodyPr>
          <a:lstStyle/>
          <a:p>
            <a:pPr marL="0" marR="0" lvl="0" indent="0" algn="l" rtl="0">
              <a:lnSpc>
                <a:spcPct val="127005"/>
              </a:lnSpc>
              <a:spcBef>
                <a:spcPts val="0"/>
              </a:spcBef>
              <a:spcAft>
                <a:spcPts val="0"/>
              </a:spcAft>
              <a:buClr>
                <a:srgbClr val="000000"/>
              </a:buClr>
              <a:buSzPts val="5847"/>
              <a:buFont typeface="Arial"/>
              <a:buNone/>
            </a:pPr>
            <a:r>
              <a:rPr lang="en-US" sz="5847" b="0" i="0" u="none" strike="noStrike" cap="none" dirty="0">
                <a:solidFill>
                  <a:srgbClr val="000000"/>
                </a:solidFill>
                <a:latin typeface="Prompt Black"/>
                <a:ea typeface="Prompt Black"/>
                <a:cs typeface="Prompt Black"/>
                <a:sym typeface="Prompt Black"/>
              </a:rPr>
              <a:t>USE-CASE DIAGRAM</a:t>
            </a:r>
            <a:endParaRPr sz="1400" b="0" i="0" u="none" strike="noStrike" cap="none" dirty="0">
              <a:solidFill>
                <a:srgbClr val="000000"/>
              </a:solidFill>
              <a:latin typeface="Arial"/>
              <a:ea typeface="Arial"/>
              <a:cs typeface="Arial"/>
              <a:sym typeface="Arial"/>
            </a:endParaRPr>
          </a:p>
        </p:txBody>
      </p:sp>
      <p:sp>
        <p:nvSpPr>
          <p:cNvPr id="493" name="Google Shape;493;p22"/>
          <p:cNvSpPr txBox="1"/>
          <p:nvPr/>
        </p:nvSpPr>
        <p:spPr>
          <a:xfrm>
            <a:off x="777363" y="439220"/>
            <a:ext cx="3117648" cy="605028"/>
          </a:xfrm>
          <a:prstGeom prst="rect">
            <a:avLst/>
          </a:prstGeom>
          <a:noFill/>
          <a:ln>
            <a:noFill/>
          </a:ln>
        </p:spPr>
        <p:txBody>
          <a:bodyPr spcFirstLastPara="1" wrap="square" lIns="0" tIns="0" rIns="0" bIns="0" anchor="t" anchorCtr="0">
            <a:spAutoFit/>
          </a:bodyPr>
          <a:lstStyle/>
          <a:p>
            <a:pPr marL="0" marR="0" lvl="0" indent="0" algn="l" rtl="0">
              <a:lnSpc>
                <a:spcPct val="140039"/>
              </a:lnSpc>
              <a:spcBef>
                <a:spcPts val="0"/>
              </a:spcBef>
              <a:spcAft>
                <a:spcPts val="0"/>
              </a:spcAft>
              <a:buClr>
                <a:srgbClr val="000000"/>
              </a:buClr>
              <a:buSzPts val="3554"/>
              <a:buFont typeface="Arial"/>
              <a:buNone/>
            </a:pPr>
            <a:r>
              <a:rPr lang="en-US" sz="3554" b="1" i="0" u="none" strike="noStrike" cap="none">
                <a:solidFill>
                  <a:srgbClr val="FFFFFF"/>
                </a:solidFill>
                <a:latin typeface="Nunito Sans"/>
                <a:ea typeface="Nunito Sans"/>
                <a:cs typeface="Nunito Sans"/>
                <a:sym typeface="Nunito Sans"/>
              </a:rPr>
              <a:t>Cecilian Portal</a:t>
            </a:r>
            <a:endParaRPr sz="1400" b="0" i="0" u="none" strike="noStrike" cap="none">
              <a:solidFill>
                <a:srgbClr val="000000"/>
              </a:solidFill>
              <a:latin typeface="Arial"/>
              <a:ea typeface="Arial"/>
              <a:cs typeface="Arial"/>
              <a:sym typeface="Arial"/>
            </a:endParaRPr>
          </a:p>
        </p:txBody>
      </p:sp>
      <p:sp>
        <p:nvSpPr>
          <p:cNvPr id="494" name="Google Shape;494;p22"/>
          <p:cNvSpPr txBox="1"/>
          <p:nvPr/>
        </p:nvSpPr>
        <p:spPr>
          <a:xfrm>
            <a:off x="11380120" y="594280"/>
            <a:ext cx="2443433" cy="406527"/>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Clr>
                <a:srgbClr val="000000"/>
              </a:buClr>
              <a:buSzPts val="2370"/>
              <a:buFont typeface="Arial"/>
              <a:buNone/>
            </a:pPr>
            <a:r>
              <a:rPr lang="en-US" sz="2370" b="0" i="0" u="none" strike="noStrike" cap="none">
                <a:solidFill>
                  <a:srgbClr val="FFFFFF"/>
                </a:solidFill>
                <a:latin typeface="Nunito Sans ExtraLight"/>
                <a:ea typeface="Nunito Sans ExtraLight"/>
                <a:cs typeface="Nunito Sans ExtraLight"/>
                <a:sym typeface="Nunito Sans ExtraLight"/>
              </a:rPr>
              <a:t>System Design</a:t>
            </a:r>
            <a:endParaRPr sz="1400" b="0" i="0" u="none" strike="noStrike" cap="none">
              <a:solidFill>
                <a:srgbClr val="000000"/>
              </a:solidFill>
              <a:latin typeface="Arial"/>
              <a:ea typeface="Arial"/>
              <a:cs typeface="Arial"/>
              <a:sym typeface="Arial"/>
            </a:endParaRPr>
          </a:p>
        </p:txBody>
      </p:sp>
      <p:sp>
        <p:nvSpPr>
          <p:cNvPr id="495" name="Google Shape;495;p22"/>
          <p:cNvSpPr txBox="1"/>
          <p:nvPr/>
        </p:nvSpPr>
        <p:spPr>
          <a:xfrm>
            <a:off x="9235533" y="584755"/>
            <a:ext cx="1737007" cy="406527"/>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Clr>
                <a:srgbClr val="000000"/>
              </a:buClr>
              <a:buSzPts val="2370"/>
              <a:buFont typeface="Arial"/>
              <a:buNone/>
            </a:pPr>
            <a:r>
              <a:rPr lang="en-US" sz="2370" b="0" i="0" u="none" strike="noStrike" cap="none">
                <a:solidFill>
                  <a:srgbClr val="FFFFFF"/>
                </a:solidFill>
                <a:latin typeface="Nunito Sans ExtraLight"/>
                <a:ea typeface="Nunito Sans ExtraLight"/>
                <a:cs typeface="Nunito Sans ExtraLight"/>
                <a:sym typeface="Nunito Sans ExtraLight"/>
              </a:rPr>
              <a:t>Methodology</a:t>
            </a:r>
            <a:endParaRPr sz="1400" b="0" i="0" u="none" strike="noStrike" cap="none">
              <a:solidFill>
                <a:srgbClr val="000000"/>
              </a:solidFill>
              <a:latin typeface="Arial"/>
              <a:ea typeface="Arial"/>
              <a:cs typeface="Arial"/>
              <a:sym typeface="Arial"/>
            </a:endParaRPr>
          </a:p>
        </p:txBody>
      </p:sp>
      <p:sp>
        <p:nvSpPr>
          <p:cNvPr id="496" name="Google Shape;496;p22"/>
          <p:cNvSpPr txBox="1"/>
          <p:nvPr/>
        </p:nvSpPr>
        <p:spPr>
          <a:xfrm>
            <a:off x="4896349" y="584755"/>
            <a:ext cx="1984659" cy="406527"/>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Clr>
                <a:srgbClr val="000000"/>
              </a:buClr>
              <a:buSzPts val="2370"/>
              <a:buFont typeface="Arial"/>
              <a:buNone/>
            </a:pPr>
            <a:r>
              <a:rPr lang="en-US" sz="2370" b="0" i="0" u="none" strike="noStrike" cap="none">
                <a:solidFill>
                  <a:srgbClr val="FFFFFF"/>
                </a:solidFill>
                <a:latin typeface="Nunito Sans ExtraLight"/>
                <a:ea typeface="Nunito Sans ExtraLight"/>
                <a:cs typeface="Nunito Sans ExtraLight"/>
                <a:sym typeface="Nunito Sans ExtraLight"/>
              </a:rPr>
              <a:t>Introduction</a:t>
            </a:r>
            <a:endParaRPr sz="1400" b="0" i="0" u="none" strike="noStrike" cap="none">
              <a:solidFill>
                <a:srgbClr val="000000"/>
              </a:solidFill>
              <a:latin typeface="Arial"/>
              <a:ea typeface="Arial"/>
              <a:cs typeface="Arial"/>
              <a:sym typeface="Arial"/>
            </a:endParaRPr>
          </a:p>
        </p:txBody>
      </p:sp>
      <p:sp>
        <p:nvSpPr>
          <p:cNvPr id="497" name="Google Shape;497;p22"/>
          <p:cNvSpPr txBox="1"/>
          <p:nvPr/>
        </p:nvSpPr>
        <p:spPr>
          <a:xfrm>
            <a:off x="14098165" y="603805"/>
            <a:ext cx="2748483" cy="406527"/>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Clr>
                <a:srgbClr val="000000"/>
              </a:buClr>
              <a:buSzPts val="2370"/>
              <a:buFont typeface="Arial"/>
              <a:buNone/>
            </a:pPr>
            <a:r>
              <a:rPr lang="en-US" sz="2370" b="0" i="0" u="none" strike="noStrike" cap="none">
                <a:solidFill>
                  <a:srgbClr val="FFFFFF"/>
                </a:solidFill>
                <a:latin typeface="Nunito Sans ExtraLight"/>
                <a:ea typeface="Nunito Sans ExtraLight"/>
                <a:cs typeface="Nunito Sans ExtraLight"/>
                <a:sym typeface="Nunito Sans ExtraLight"/>
              </a:rPr>
              <a:t>Evaluating &amp; Testing</a:t>
            </a:r>
            <a:endParaRPr sz="1400" b="0" i="0" u="none" strike="noStrike" cap="none">
              <a:solidFill>
                <a:srgbClr val="000000"/>
              </a:solidFill>
              <a:latin typeface="Arial"/>
              <a:ea typeface="Arial"/>
              <a:cs typeface="Arial"/>
              <a:sym typeface="Arial"/>
            </a:endParaRPr>
          </a:p>
        </p:txBody>
      </p:sp>
      <p:sp>
        <p:nvSpPr>
          <p:cNvPr id="498" name="Google Shape;498;p22"/>
          <p:cNvSpPr/>
          <p:nvPr/>
        </p:nvSpPr>
        <p:spPr>
          <a:xfrm>
            <a:off x="17259300" y="542654"/>
            <a:ext cx="546702" cy="546702"/>
          </a:xfrm>
          <a:custGeom>
            <a:avLst/>
            <a:gdLst/>
            <a:ahLst/>
            <a:cxnLst/>
            <a:rect l="l" t="t" r="r" b="b"/>
            <a:pathLst>
              <a:path w="546702" h="546702" extrusionOk="0">
                <a:moveTo>
                  <a:pt x="0" y="0"/>
                </a:moveTo>
                <a:lnTo>
                  <a:pt x="546702" y="0"/>
                </a:lnTo>
                <a:lnTo>
                  <a:pt x="546702" y="546702"/>
                </a:lnTo>
                <a:lnTo>
                  <a:pt x="0" y="546702"/>
                </a:lnTo>
                <a:lnTo>
                  <a:pt x="0" y="0"/>
                </a:lnTo>
                <a:close/>
              </a:path>
            </a:pathLst>
          </a:custGeom>
          <a:blipFill rotWithShape="1">
            <a:blip r:embed="rId3">
              <a:alphaModFix/>
            </a:blip>
            <a:stretch>
              <a:fillRect/>
            </a:stretch>
          </a:blipFill>
          <a:ln>
            <a:noFill/>
          </a:ln>
        </p:spPr>
      </p:sp>
      <p:sp>
        <p:nvSpPr>
          <p:cNvPr id="499" name="Google Shape;499;p22"/>
          <p:cNvSpPr txBox="1"/>
          <p:nvPr/>
        </p:nvSpPr>
        <p:spPr>
          <a:xfrm>
            <a:off x="7176992" y="584755"/>
            <a:ext cx="1641437" cy="423193"/>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Clr>
                <a:srgbClr val="000000"/>
              </a:buClr>
              <a:buSzPts val="2370"/>
              <a:buFont typeface="Arial"/>
              <a:buNone/>
            </a:pPr>
            <a:r>
              <a:rPr lang="en-US" sz="2370" b="0" i="0" u="none" strike="noStrike" cap="none">
                <a:solidFill>
                  <a:srgbClr val="FFFFFF"/>
                </a:solidFill>
                <a:latin typeface="Nunito Sans ExtraLight"/>
                <a:ea typeface="Nunito Sans ExtraLight"/>
                <a:cs typeface="Nunito Sans ExtraLight"/>
                <a:sym typeface="Nunito Sans ExtraLight"/>
              </a:rPr>
              <a:t>Literatures</a:t>
            </a:r>
            <a:endParaRPr sz="2370" b="0" i="0" u="none" strike="noStrike" cap="none">
              <a:solidFill>
                <a:srgbClr val="FFFFFF"/>
              </a:solidFill>
              <a:latin typeface="Nunito Sans ExtraLight"/>
              <a:ea typeface="Nunito Sans ExtraLight"/>
              <a:cs typeface="Nunito Sans ExtraLight"/>
              <a:sym typeface="Nunito Sans ExtraLight"/>
            </a:endParaRPr>
          </a:p>
        </p:txBody>
      </p:sp>
      <p:pic>
        <p:nvPicPr>
          <p:cNvPr id="3" name="Picture 2">
            <a:extLst>
              <a:ext uri="{FF2B5EF4-FFF2-40B4-BE49-F238E27FC236}">
                <a16:creationId xmlns:a16="http://schemas.microsoft.com/office/drawing/2014/main" id="{2CA07065-4DD6-8A81-D92E-E964750797CA}"/>
              </a:ext>
            </a:extLst>
          </p:cNvPr>
          <p:cNvPicPr>
            <a:picLocks noChangeAspect="1"/>
          </p:cNvPicPr>
          <p:nvPr/>
        </p:nvPicPr>
        <p:blipFill>
          <a:blip r:embed="rId4"/>
          <a:stretch>
            <a:fillRect/>
          </a:stretch>
        </p:blipFill>
        <p:spPr>
          <a:xfrm>
            <a:off x="2523471" y="2723404"/>
            <a:ext cx="12589916" cy="6978841"/>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503"/>
        <p:cNvGrpSpPr/>
        <p:nvPr/>
      </p:nvGrpSpPr>
      <p:grpSpPr>
        <a:xfrm>
          <a:off x="0" y="0"/>
          <a:ext cx="0" cy="0"/>
          <a:chOff x="0" y="0"/>
          <a:chExt cx="0" cy="0"/>
        </a:xfrm>
      </p:grpSpPr>
      <p:grpSp>
        <p:nvGrpSpPr>
          <p:cNvPr id="504" name="Google Shape;504;p23"/>
          <p:cNvGrpSpPr/>
          <p:nvPr/>
        </p:nvGrpSpPr>
        <p:grpSpPr>
          <a:xfrm>
            <a:off x="-559697" y="-773188"/>
            <a:ext cx="19670481" cy="2376603"/>
            <a:chOff x="0" y="-38100"/>
            <a:chExt cx="5180703" cy="625937"/>
          </a:xfrm>
        </p:grpSpPr>
        <p:sp>
          <p:nvSpPr>
            <p:cNvPr id="505" name="Google Shape;505;p23"/>
            <p:cNvSpPr/>
            <p:nvPr/>
          </p:nvSpPr>
          <p:spPr>
            <a:xfrm>
              <a:off x="0" y="0"/>
              <a:ext cx="5180703" cy="587837"/>
            </a:xfrm>
            <a:custGeom>
              <a:avLst/>
              <a:gdLst/>
              <a:ahLst/>
              <a:cxnLst/>
              <a:rect l="l" t="t" r="r" b="b"/>
              <a:pathLst>
                <a:path w="5180703" h="587837" extrusionOk="0">
                  <a:moveTo>
                    <a:pt x="0" y="0"/>
                  </a:moveTo>
                  <a:lnTo>
                    <a:pt x="5180703" y="0"/>
                  </a:lnTo>
                  <a:lnTo>
                    <a:pt x="5180703" y="587837"/>
                  </a:lnTo>
                  <a:lnTo>
                    <a:pt x="0" y="587837"/>
                  </a:lnTo>
                  <a:close/>
                </a:path>
              </a:pathLst>
            </a:custGeom>
            <a:solidFill>
              <a:srgbClr val="790A0A"/>
            </a:solidFill>
            <a:ln>
              <a:noFill/>
            </a:ln>
          </p:spPr>
        </p:sp>
        <p:sp>
          <p:nvSpPr>
            <p:cNvPr id="506" name="Google Shape;506;p23"/>
            <p:cNvSpPr txBox="1"/>
            <p:nvPr/>
          </p:nvSpPr>
          <p:spPr>
            <a:xfrm>
              <a:off x="0" y="-38100"/>
              <a:ext cx="5180703" cy="625937"/>
            </a:xfrm>
            <a:prstGeom prst="rect">
              <a:avLst/>
            </a:prstGeom>
            <a:noFill/>
            <a:ln>
              <a:noFill/>
            </a:ln>
          </p:spPr>
          <p:txBody>
            <a:bodyPr spcFirstLastPara="1" wrap="square" lIns="50800" tIns="50800" rIns="50800" bIns="50800" anchor="ctr" anchorCtr="0">
              <a:noAutofit/>
            </a:bodyPr>
            <a:lstStyle/>
            <a:p>
              <a:pPr marL="0" marR="0" lvl="0" indent="0" algn="ctr" rtl="0">
                <a:lnSpc>
                  <a:spcPct val="147722"/>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grpSp>
      <p:grpSp>
        <p:nvGrpSpPr>
          <p:cNvPr id="507" name="Google Shape;507;p23"/>
          <p:cNvGrpSpPr/>
          <p:nvPr/>
        </p:nvGrpSpPr>
        <p:grpSpPr>
          <a:xfrm>
            <a:off x="-469433" y="9757480"/>
            <a:ext cx="19489954" cy="1158047"/>
            <a:chOff x="0" y="-38100"/>
            <a:chExt cx="5133157" cy="305000"/>
          </a:xfrm>
        </p:grpSpPr>
        <p:sp>
          <p:nvSpPr>
            <p:cNvPr id="508" name="Google Shape;508;p23"/>
            <p:cNvSpPr/>
            <p:nvPr/>
          </p:nvSpPr>
          <p:spPr>
            <a:xfrm>
              <a:off x="0" y="0"/>
              <a:ext cx="5133157" cy="266900"/>
            </a:xfrm>
            <a:custGeom>
              <a:avLst/>
              <a:gdLst/>
              <a:ahLst/>
              <a:cxnLst/>
              <a:rect l="l" t="t" r="r" b="b"/>
              <a:pathLst>
                <a:path w="5133157" h="266900" extrusionOk="0">
                  <a:moveTo>
                    <a:pt x="0" y="0"/>
                  </a:moveTo>
                  <a:lnTo>
                    <a:pt x="5133157" y="0"/>
                  </a:lnTo>
                  <a:lnTo>
                    <a:pt x="5133157" y="266900"/>
                  </a:lnTo>
                  <a:lnTo>
                    <a:pt x="0" y="266900"/>
                  </a:lnTo>
                  <a:close/>
                </a:path>
              </a:pathLst>
            </a:custGeom>
            <a:solidFill>
              <a:srgbClr val="790A0A"/>
            </a:solidFill>
            <a:ln>
              <a:noFill/>
            </a:ln>
          </p:spPr>
        </p:sp>
        <p:sp>
          <p:nvSpPr>
            <p:cNvPr id="509" name="Google Shape;509;p23"/>
            <p:cNvSpPr txBox="1"/>
            <p:nvPr/>
          </p:nvSpPr>
          <p:spPr>
            <a:xfrm>
              <a:off x="0" y="-38100"/>
              <a:ext cx="5133157" cy="305000"/>
            </a:xfrm>
            <a:prstGeom prst="rect">
              <a:avLst/>
            </a:prstGeom>
            <a:noFill/>
            <a:ln>
              <a:noFill/>
            </a:ln>
          </p:spPr>
          <p:txBody>
            <a:bodyPr spcFirstLastPara="1" wrap="square" lIns="50800" tIns="50800" rIns="50800" bIns="50800" anchor="ctr" anchorCtr="0">
              <a:noAutofit/>
            </a:bodyPr>
            <a:lstStyle/>
            <a:p>
              <a:pPr marL="0" marR="0" lvl="0" indent="0" algn="ctr" rtl="0">
                <a:lnSpc>
                  <a:spcPct val="147722"/>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grpSp>
      <p:cxnSp>
        <p:nvCxnSpPr>
          <p:cNvPr id="510" name="Google Shape;510;p23"/>
          <p:cNvCxnSpPr/>
          <p:nvPr/>
        </p:nvCxnSpPr>
        <p:spPr>
          <a:xfrm>
            <a:off x="4523662" y="-628527"/>
            <a:ext cx="0" cy="2231942"/>
          </a:xfrm>
          <a:prstGeom prst="straightConnector1">
            <a:avLst/>
          </a:prstGeom>
          <a:noFill/>
          <a:ln w="19050" cap="flat" cmpd="sng">
            <a:solidFill>
              <a:srgbClr val="FFFFFF"/>
            </a:solidFill>
            <a:prstDash val="solid"/>
            <a:round/>
            <a:headEnd type="none" w="sm" len="sm"/>
            <a:tailEnd type="none" w="sm" len="sm"/>
          </a:ln>
        </p:spPr>
      </p:cxnSp>
      <p:cxnSp>
        <p:nvCxnSpPr>
          <p:cNvPr id="511" name="Google Shape;511;p23"/>
          <p:cNvCxnSpPr/>
          <p:nvPr/>
        </p:nvCxnSpPr>
        <p:spPr>
          <a:xfrm rot="10800000">
            <a:off x="-559697" y="1593890"/>
            <a:ext cx="19670481" cy="0"/>
          </a:xfrm>
          <a:prstGeom prst="straightConnector1">
            <a:avLst/>
          </a:prstGeom>
          <a:noFill/>
          <a:ln w="19050" cap="flat" cmpd="sng">
            <a:solidFill>
              <a:srgbClr val="000000"/>
            </a:solidFill>
            <a:prstDash val="solid"/>
            <a:round/>
            <a:headEnd type="none" w="sm" len="sm"/>
            <a:tailEnd type="none" w="sm" len="sm"/>
          </a:ln>
        </p:spPr>
      </p:cxnSp>
      <p:sp>
        <p:nvSpPr>
          <p:cNvPr id="513" name="Google Shape;513;p23"/>
          <p:cNvSpPr txBox="1"/>
          <p:nvPr/>
        </p:nvSpPr>
        <p:spPr>
          <a:xfrm>
            <a:off x="777363" y="2000406"/>
            <a:ext cx="9069537" cy="2808593"/>
          </a:xfrm>
          <a:prstGeom prst="rect">
            <a:avLst/>
          </a:prstGeom>
          <a:noFill/>
          <a:ln>
            <a:noFill/>
          </a:ln>
        </p:spPr>
        <p:txBody>
          <a:bodyPr spcFirstLastPara="1" wrap="square" lIns="0" tIns="0" rIns="0" bIns="0" anchor="t" anchorCtr="0">
            <a:spAutoFit/>
          </a:bodyPr>
          <a:lstStyle/>
          <a:p>
            <a:pPr marL="0" marR="0" lvl="0" indent="0" algn="l" rtl="0">
              <a:lnSpc>
                <a:spcPct val="127005"/>
              </a:lnSpc>
              <a:spcBef>
                <a:spcPts val="0"/>
              </a:spcBef>
              <a:spcAft>
                <a:spcPts val="0"/>
              </a:spcAft>
              <a:buClr>
                <a:srgbClr val="000000"/>
              </a:buClr>
              <a:buSzPts val="5847"/>
              <a:buFont typeface="Arial"/>
              <a:buNone/>
            </a:pPr>
            <a:r>
              <a:rPr lang="en-US" sz="5847" b="0" i="0" u="none" strike="noStrike" cap="none">
                <a:solidFill>
                  <a:srgbClr val="000000"/>
                </a:solidFill>
                <a:latin typeface="Prompt Black"/>
                <a:ea typeface="Prompt Black"/>
                <a:cs typeface="Prompt Black"/>
                <a:sym typeface="Prompt Black"/>
              </a:rPr>
              <a:t>ENTITY-RELATIONSHIP DIAGRAM-(ERD)</a:t>
            </a:r>
            <a:endParaRPr sz="1400" b="0" i="0" u="none" strike="noStrike" cap="none">
              <a:solidFill>
                <a:srgbClr val="000000"/>
              </a:solidFill>
              <a:latin typeface="Arial"/>
              <a:ea typeface="Arial"/>
              <a:cs typeface="Arial"/>
              <a:sym typeface="Arial"/>
            </a:endParaRPr>
          </a:p>
          <a:p>
            <a:pPr marL="0" marR="0" lvl="0" indent="0" algn="l" rtl="0">
              <a:lnSpc>
                <a:spcPct val="127005"/>
              </a:lnSpc>
              <a:spcBef>
                <a:spcPts val="0"/>
              </a:spcBef>
              <a:spcAft>
                <a:spcPts val="0"/>
              </a:spcAft>
              <a:buClr>
                <a:srgbClr val="000000"/>
              </a:buClr>
              <a:buSzPts val="5847"/>
              <a:buFont typeface="Arial"/>
              <a:buNone/>
            </a:pPr>
            <a:endParaRPr sz="5847" b="0" i="0" u="none" strike="noStrike" cap="none">
              <a:solidFill>
                <a:srgbClr val="000000"/>
              </a:solidFill>
              <a:latin typeface="Prompt Black"/>
              <a:ea typeface="Prompt Black"/>
              <a:cs typeface="Prompt Black"/>
              <a:sym typeface="Prompt Black"/>
            </a:endParaRPr>
          </a:p>
        </p:txBody>
      </p:sp>
      <p:sp>
        <p:nvSpPr>
          <p:cNvPr id="514" name="Google Shape;514;p23"/>
          <p:cNvSpPr txBox="1"/>
          <p:nvPr/>
        </p:nvSpPr>
        <p:spPr>
          <a:xfrm>
            <a:off x="777363" y="439220"/>
            <a:ext cx="3117648" cy="605028"/>
          </a:xfrm>
          <a:prstGeom prst="rect">
            <a:avLst/>
          </a:prstGeom>
          <a:noFill/>
          <a:ln>
            <a:noFill/>
          </a:ln>
        </p:spPr>
        <p:txBody>
          <a:bodyPr spcFirstLastPara="1" wrap="square" lIns="0" tIns="0" rIns="0" bIns="0" anchor="t" anchorCtr="0">
            <a:spAutoFit/>
          </a:bodyPr>
          <a:lstStyle/>
          <a:p>
            <a:pPr marL="0" marR="0" lvl="0" indent="0" algn="l" rtl="0">
              <a:lnSpc>
                <a:spcPct val="140039"/>
              </a:lnSpc>
              <a:spcBef>
                <a:spcPts val="0"/>
              </a:spcBef>
              <a:spcAft>
                <a:spcPts val="0"/>
              </a:spcAft>
              <a:buClr>
                <a:srgbClr val="000000"/>
              </a:buClr>
              <a:buSzPts val="3554"/>
              <a:buFont typeface="Arial"/>
              <a:buNone/>
            </a:pPr>
            <a:r>
              <a:rPr lang="en-US" sz="3554" b="1" i="0" u="none" strike="noStrike" cap="none">
                <a:solidFill>
                  <a:srgbClr val="FFFFFF"/>
                </a:solidFill>
                <a:latin typeface="Nunito Sans"/>
                <a:ea typeface="Nunito Sans"/>
                <a:cs typeface="Nunito Sans"/>
                <a:sym typeface="Nunito Sans"/>
              </a:rPr>
              <a:t>Cecilian Portal</a:t>
            </a:r>
            <a:endParaRPr sz="1400" b="0" i="0" u="none" strike="noStrike" cap="none">
              <a:solidFill>
                <a:srgbClr val="000000"/>
              </a:solidFill>
              <a:latin typeface="Arial"/>
              <a:ea typeface="Arial"/>
              <a:cs typeface="Arial"/>
              <a:sym typeface="Arial"/>
            </a:endParaRPr>
          </a:p>
        </p:txBody>
      </p:sp>
      <p:sp>
        <p:nvSpPr>
          <p:cNvPr id="515" name="Google Shape;515;p23"/>
          <p:cNvSpPr txBox="1"/>
          <p:nvPr/>
        </p:nvSpPr>
        <p:spPr>
          <a:xfrm>
            <a:off x="11380120" y="594280"/>
            <a:ext cx="2443433" cy="406527"/>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Clr>
                <a:srgbClr val="000000"/>
              </a:buClr>
              <a:buSzPts val="2370"/>
              <a:buFont typeface="Arial"/>
              <a:buNone/>
            </a:pPr>
            <a:r>
              <a:rPr lang="en-US" sz="2370" b="0" i="0" u="none" strike="noStrike" cap="none">
                <a:solidFill>
                  <a:srgbClr val="FFFFFF"/>
                </a:solidFill>
                <a:latin typeface="Nunito Sans ExtraLight"/>
                <a:ea typeface="Nunito Sans ExtraLight"/>
                <a:cs typeface="Nunito Sans ExtraLight"/>
                <a:sym typeface="Nunito Sans ExtraLight"/>
              </a:rPr>
              <a:t>System Design</a:t>
            </a:r>
            <a:endParaRPr sz="1400" b="0" i="0" u="none" strike="noStrike" cap="none">
              <a:solidFill>
                <a:srgbClr val="000000"/>
              </a:solidFill>
              <a:latin typeface="Arial"/>
              <a:ea typeface="Arial"/>
              <a:cs typeface="Arial"/>
              <a:sym typeface="Arial"/>
            </a:endParaRPr>
          </a:p>
        </p:txBody>
      </p:sp>
      <p:sp>
        <p:nvSpPr>
          <p:cNvPr id="516" name="Google Shape;516;p23"/>
          <p:cNvSpPr txBox="1"/>
          <p:nvPr/>
        </p:nvSpPr>
        <p:spPr>
          <a:xfrm>
            <a:off x="9235533" y="584755"/>
            <a:ext cx="1737007" cy="406527"/>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Clr>
                <a:srgbClr val="000000"/>
              </a:buClr>
              <a:buSzPts val="2370"/>
              <a:buFont typeface="Arial"/>
              <a:buNone/>
            </a:pPr>
            <a:r>
              <a:rPr lang="en-US" sz="2370" b="0" i="0" u="none" strike="noStrike" cap="none">
                <a:solidFill>
                  <a:srgbClr val="FFFFFF"/>
                </a:solidFill>
                <a:latin typeface="Nunito Sans ExtraLight"/>
                <a:ea typeface="Nunito Sans ExtraLight"/>
                <a:cs typeface="Nunito Sans ExtraLight"/>
                <a:sym typeface="Nunito Sans ExtraLight"/>
              </a:rPr>
              <a:t>Methodology</a:t>
            </a:r>
            <a:endParaRPr sz="1400" b="0" i="0" u="none" strike="noStrike" cap="none">
              <a:solidFill>
                <a:srgbClr val="000000"/>
              </a:solidFill>
              <a:latin typeface="Arial"/>
              <a:ea typeface="Arial"/>
              <a:cs typeface="Arial"/>
              <a:sym typeface="Arial"/>
            </a:endParaRPr>
          </a:p>
        </p:txBody>
      </p:sp>
      <p:sp>
        <p:nvSpPr>
          <p:cNvPr id="517" name="Google Shape;517;p23"/>
          <p:cNvSpPr txBox="1"/>
          <p:nvPr/>
        </p:nvSpPr>
        <p:spPr>
          <a:xfrm>
            <a:off x="4896349" y="584755"/>
            <a:ext cx="1984659" cy="406527"/>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Clr>
                <a:srgbClr val="000000"/>
              </a:buClr>
              <a:buSzPts val="2370"/>
              <a:buFont typeface="Arial"/>
              <a:buNone/>
            </a:pPr>
            <a:r>
              <a:rPr lang="en-US" sz="2370" b="0" i="0" u="none" strike="noStrike" cap="none">
                <a:solidFill>
                  <a:srgbClr val="FFFFFF"/>
                </a:solidFill>
                <a:latin typeface="Nunito Sans ExtraLight"/>
                <a:ea typeface="Nunito Sans ExtraLight"/>
                <a:cs typeface="Nunito Sans ExtraLight"/>
                <a:sym typeface="Nunito Sans ExtraLight"/>
              </a:rPr>
              <a:t>Introduction</a:t>
            </a:r>
            <a:endParaRPr sz="1400" b="0" i="0" u="none" strike="noStrike" cap="none">
              <a:solidFill>
                <a:srgbClr val="000000"/>
              </a:solidFill>
              <a:latin typeface="Arial"/>
              <a:ea typeface="Arial"/>
              <a:cs typeface="Arial"/>
              <a:sym typeface="Arial"/>
            </a:endParaRPr>
          </a:p>
        </p:txBody>
      </p:sp>
      <p:sp>
        <p:nvSpPr>
          <p:cNvPr id="518" name="Google Shape;518;p23"/>
          <p:cNvSpPr txBox="1"/>
          <p:nvPr/>
        </p:nvSpPr>
        <p:spPr>
          <a:xfrm>
            <a:off x="14098165" y="603805"/>
            <a:ext cx="2748483" cy="406527"/>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Clr>
                <a:srgbClr val="000000"/>
              </a:buClr>
              <a:buSzPts val="2370"/>
              <a:buFont typeface="Arial"/>
              <a:buNone/>
            </a:pPr>
            <a:r>
              <a:rPr lang="en-US" sz="2370" b="0" i="0" u="none" strike="noStrike" cap="none">
                <a:solidFill>
                  <a:srgbClr val="FFFFFF"/>
                </a:solidFill>
                <a:latin typeface="Nunito Sans ExtraLight"/>
                <a:ea typeface="Nunito Sans ExtraLight"/>
                <a:cs typeface="Nunito Sans ExtraLight"/>
                <a:sym typeface="Nunito Sans ExtraLight"/>
              </a:rPr>
              <a:t>Evaluating &amp; Testing</a:t>
            </a:r>
            <a:endParaRPr sz="1400" b="0" i="0" u="none" strike="noStrike" cap="none">
              <a:solidFill>
                <a:srgbClr val="000000"/>
              </a:solidFill>
              <a:latin typeface="Arial"/>
              <a:ea typeface="Arial"/>
              <a:cs typeface="Arial"/>
              <a:sym typeface="Arial"/>
            </a:endParaRPr>
          </a:p>
        </p:txBody>
      </p:sp>
      <p:sp>
        <p:nvSpPr>
          <p:cNvPr id="519" name="Google Shape;519;p23"/>
          <p:cNvSpPr/>
          <p:nvPr/>
        </p:nvSpPr>
        <p:spPr>
          <a:xfrm>
            <a:off x="17259300" y="542654"/>
            <a:ext cx="546702" cy="546702"/>
          </a:xfrm>
          <a:custGeom>
            <a:avLst/>
            <a:gdLst/>
            <a:ahLst/>
            <a:cxnLst/>
            <a:rect l="l" t="t" r="r" b="b"/>
            <a:pathLst>
              <a:path w="546702" h="546702" extrusionOk="0">
                <a:moveTo>
                  <a:pt x="0" y="0"/>
                </a:moveTo>
                <a:lnTo>
                  <a:pt x="546702" y="0"/>
                </a:lnTo>
                <a:lnTo>
                  <a:pt x="546702" y="546702"/>
                </a:lnTo>
                <a:lnTo>
                  <a:pt x="0" y="546702"/>
                </a:lnTo>
                <a:lnTo>
                  <a:pt x="0" y="0"/>
                </a:lnTo>
                <a:close/>
              </a:path>
            </a:pathLst>
          </a:custGeom>
          <a:blipFill rotWithShape="1">
            <a:blip r:embed="rId3">
              <a:alphaModFix/>
            </a:blip>
            <a:stretch>
              <a:fillRect/>
            </a:stretch>
          </a:blipFill>
          <a:ln>
            <a:noFill/>
          </a:ln>
        </p:spPr>
      </p:sp>
      <p:sp>
        <p:nvSpPr>
          <p:cNvPr id="520" name="Google Shape;520;p23"/>
          <p:cNvSpPr txBox="1"/>
          <p:nvPr/>
        </p:nvSpPr>
        <p:spPr>
          <a:xfrm>
            <a:off x="7176992" y="584755"/>
            <a:ext cx="1641437" cy="423193"/>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Clr>
                <a:srgbClr val="000000"/>
              </a:buClr>
              <a:buSzPts val="2370"/>
              <a:buFont typeface="Arial"/>
              <a:buNone/>
            </a:pPr>
            <a:r>
              <a:rPr lang="en-US" sz="2370" b="0" i="0" u="none" strike="noStrike" cap="none">
                <a:solidFill>
                  <a:srgbClr val="FFFFFF"/>
                </a:solidFill>
                <a:latin typeface="Nunito Sans ExtraLight"/>
                <a:ea typeface="Nunito Sans ExtraLight"/>
                <a:cs typeface="Nunito Sans ExtraLight"/>
                <a:sym typeface="Nunito Sans ExtraLight"/>
              </a:rPr>
              <a:t>Literatures</a:t>
            </a:r>
            <a:endParaRPr sz="2370" b="0" i="0" u="none" strike="noStrike" cap="none">
              <a:solidFill>
                <a:srgbClr val="FFFFFF"/>
              </a:solidFill>
              <a:latin typeface="Nunito Sans ExtraLight"/>
              <a:ea typeface="Nunito Sans ExtraLight"/>
              <a:cs typeface="Nunito Sans ExtraLight"/>
              <a:sym typeface="Nunito Sans ExtraLight"/>
            </a:endParaRPr>
          </a:p>
        </p:txBody>
      </p:sp>
      <p:pic>
        <p:nvPicPr>
          <p:cNvPr id="4" name="Picture 3" descr="A screenshot of a computer&#10;&#10;AI-generated content may be incorrect.">
            <a:extLst>
              <a:ext uri="{FF2B5EF4-FFF2-40B4-BE49-F238E27FC236}">
                <a16:creationId xmlns:a16="http://schemas.microsoft.com/office/drawing/2014/main" id="{86AF7463-61C5-4B71-A8CE-D524802EB3FF}"/>
              </a:ext>
            </a:extLst>
          </p:cNvPr>
          <p:cNvPicPr>
            <a:picLocks noChangeAspect="1"/>
          </p:cNvPicPr>
          <p:nvPr/>
        </p:nvPicPr>
        <p:blipFill>
          <a:blip r:embed="rId4"/>
          <a:srcRect t="5836" b="2574"/>
          <a:stretch/>
        </p:blipFill>
        <p:spPr>
          <a:xfrm>
            <a:off x="8441871" y="2961748"/>
            <a:ext cx="9682843" cy="647868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524"/>
        <p:cNvGrpSpPr/>
        <p:nvPr/>
      </p:nvGrpSpPr>
      <p:grpSpPr>
        <a:xfrm>
          <a:off x="0" y="0"/>
          <a:ext cx="0" cy="0"/>
          <a:chOff x="0" y="0"/>
          <a:chExt cx="0" cy="0"/>
        </a:xfrm>
      </p:grpSpPr>
      <p:grpSp>
        <p:nvGrpSpPr>
          <p:cNvPr id="525" name="Google Shape;525;p24"/>
          <p:cNvGrpSpPr/>
          <p:nvPr/>
        </p:nvGrpSpPr>
        <p:grpSpPr>
          <a:xfrm>
            <a:off x="-559697" y="-773188"/>
            <a:ext cx="19670481" cy="2376603"/>
            <a:chOff x="0" y="-38100"/>
            <a:chExt cx="5180703" cy="625937"/>
          </a:xfrm>
        </p:grpSpPr>
        <p:sp>
          <p:nvSpPr>
            <p:cNvPr id="526" name="Google Shape;526;p24"/>
            <p:cNvSpPr/>
            <p:nvPr/>
          </p:nvSpPr>
          <p:spPr>
            <a:xfrm>
              <a:off x="0" y="0"/>
              <a:ext cx="5180703" cy="587837"/>
            </a:xfrm>
            <a:custGeom>
              <a:avLst/>
              <a:gdLst/>
              <a:ahLst/>
              <a:cxnLst/>
              <a:rect l="l" t="t" r="r" b="b"/>
              <a:pathLst>
                <a:path w="5180703" h="587837" extrusionOk="0">
                  <a:moveTo>
                    <a:pt x="0" y="0"/>
                  </a:moveTo>
                  <a:lnTo>
                    <a:pt x="5180703" y="0"/>
                  </a:lnTo>
                  <a:lnTo>
                    <a:pt x="5180703" y="587837"/>
                  </a:lnTo>
                  <a:lnTo>
                    <a:pt x="0" y="587837"/>
                  </a:lnTo>
                  <a:close/>
                </a:path>
              </a:pathLst>
            </a:custGeom>
            <a:solidFill>
              <a:srgbClr val="790A0A"/>
            </a:solidFill>
            <a:ln>
              <a:noFill/>
            </a:ln>
          </p:spPr>
        </p:sp>
        <p:sp>
          <p:nvSpPr>
            <p:cNvPr id="527" name="Google Shape;527;p24"/>
            <p:cNvSpPr txBox="1"/>
            <p:nvPr/>
          </p:nvSpPr>
          <p:spPr>
            <a:xfrm>
              <a:off x="0" y="-38100"/>
              <a:ext cx="5180703" cy="625937"/>
            </a:xfrm>
            <a:prstGeom prst="rect">
              <a:avLst/>
            </a:prstGeom>
            <a:noFill/>
            <a:ln>
              <a:noFill/>
            </a:ln>
          </p:spPr>
          <p:txBody>
            <a:bodyPr spcFirstLastPara="1" wrap="square" lIns="50800" tIns="50800" rIns="50800" bIns="50800" anchor="ctr" anchorCtr="0">
              <a:noAutofit/>
            </a:bodyPr>
            <a:lstStyle/>
            <a:p>
              <a:pPr marL="0" marR="0" lvl="0" indent="0" algn="ctr" rtl="0">
                <a:lnSpc>
                  <a:spcPct val="147722"/>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grpSp>
      <p:grpSp>
        <p:nvGrpSpPr>
          <p:cNvPr id="528" name="Google Shape;528;p24"/>
          <p:cNvGrpSpPr/>
          <p:nvPr/>
        </p:nvGrpSpPr>
        <p:grpSpPr>
          <a:xfrm>
            <a:off x="-469433" y="9757480"/>
            <a:ext cx="19489954" cy="1158047"/>
            <a:chOff x="0" y="-38100"/>
            <a:chExt cx="5133157" cy="305000"/>
          </a:xfrm>
        </p:grpSpPr>
        <p:sp>
          <p:nvSpPr>
            <p:cNvPr id="529" name="Google Shape;529;p24"/>
            <p:cNvSpPr/>
            <p:nvPr/>
          </p:nvSpPr>
          <p:spPr>
            <a:xfrm>
              <a:off x="0" y="0"/>
              <a:ext cx="5133157" cy="266900"/>
            </a:xfrm>
            <a:custGeom>
              <a:avLst/>
              <a:gdLst/>
              <a:ahLst/>
              <a:cxnLst/>
              <a:rect l="l" t="t" r="r" b="b"/>
              <a:pathLst>
                <a:path w="5133157" h="266900" extrusionOk="0">
                  <a:moveTo>
                    <a:pt x="0" y="0"/>
                  </a:moveTo>
                  <a:lnTo>
                    <a:pt x="5133157" y="0"/>
                  </a:lnTo>
                  <a:lnTo>
                    <a:pt x="5133157" y="266900"/>
                  </a:lnTo>
                  <a:lnTo>
                    <a:pt x="0" y="266900"/>
                  </a:lnTo>
                  <a:close/>
                </a:path>
              </a:pathLst>
            </a:custGeom>
            <a:solidFill>
              <a:srgbClr val="790A0A"/>
            </a:solidFill>
            <a:ln>
              <a:noFill/>
            </a:ln>
          </p:spPr>
        </p:sp>
        <p:sp>
          <p:nvSpPr>
            <p:cNvPr id="530" name="Google Shape;530;p24"/>
            <p:cNvSpPr txBox="1"/>
            <p:nvPr/>
          </p:nvSpPr>
          <p:spPr>
            <a:xfrm>
              <a:off x="0" y="-38100"/>
              <a:ext cx="5133157" cy="305000"/>
            </a:xfrm>
            <a:prstGeom prst="rect">
              <a:avLst/>
            </a:prstGeom>
            <a:noFill/>
            <a:ln>
              <a:noFill/>
            </a:ln>
          </p:spPr>
          <p:txBody>
            <a:bodyPr spcFirstLastPara="1" wrap="square" lIns="50800" tIns="50800" rIns="50800" bIns="50800" anchor="ctr" anchorCtr="0">
              <a:noAutofit/>
            </a:bodyPr>
            <a:lstStyle/>
            <a:p>
              <a:pPr marL="0" marR="0" lvl="0" indent="0" algn="ctr" rtl="0">
                <a:lnSpc>
                  <a:spcPct val="147722"/>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grpSp>
      <p:cxnSp>
        <p:nvCxnSpPr>
          <p:cNvPr id="531" name="Google Shape;531;p24"/>
          <p:cNvCxnSpPr/>
          <p:nvPr/>
        </p:nvCxnSpPr>
        <p:spPr>
          <a:xfrm>
            <a:off x="4523662" y="-628527"/>
            <a:ext cx="0" cy="2231942"/>
          </a:xfrm>
          <a:prstGeom prst="straightConnector1">
            <a:avLst/>
          </a:prstGeom>
          <a:noFill/>
          <a:ln w="19050" cap="flat" cmpd="sng">
            <a:solidFill>
              <a:srgbClr val="FFFFFF"/>
            </a:solidFill>
            <a:prstDash val="solid"/>
            <a:round/>
            <a:headEnd type="none" w="sm" len="sm"/>
            <a:tailEnd type="none" w="sm" len="sm"/>
          </a:ln>
        </p:spPr>
      </p:cxnSp>
      <p:cxnSp>
        <p:nvCxnSpPr>
          <p:cNvPr id="532" name="Google Shape;532;p24"/>
          <p:cNvCxnSpPr/>
          <p:nvPr/>
        </p:nvCxnSpPr>
        <p:spPr>
          <a:xfrm rot="10800000">
            <a:off x="-559697" y="1593890"/>
            <a:ext cx="19670481" cy="0"/>
          </a:xfrm>
          <a:prstGeom prst="straightConnector1">
            <a:avLst/>
          </a:prstGeom>
          <a:noFill/>
          <a:ln w="19050" cap="flat" cmpd="sng">
            <a:solidFill>
              <a:srgbClr val="000000"/>
            </a:solidFill>
            <a:prstDash val="solid"/>
            <a:round/>
            <a:headEnd type="none" w="sm" len="sm"/>
            <a:tailEnd type="none" w="sm" len="sm"/>
          </a:ln>
        </p:spPr>
      </p:cxnSp>
      <p:sp>
        <p:nvSpPr>
          <p:cNvPr id="533" name="Google Shape;533;p24"/>
          <p:cNvSpPr txBox="1"/>
          <p:nvPr/>
        </p:nvSpPr>
        <p:spPr>
          <a:xfrm>
            <a:off x="6904922" y="4937875"/>
            <a:ext cx="4741524" cy="933289"/>
          </a:xfrm>
          <a:prstGeom prst="rect">
            <a:avLst/>
          </a:prstGeom>
          <a:noFill/>
          <a:ln>
            <a:noFill/>
          </a:ln>
        </p:spPr>
        <p:txBody>
          <a:bodyPr spcFirstLastPara="1" wrap="square" lIns="0" tIns="0" rIns="0" bIns="0" anchor="t" anchorCtr="0">
            <a:spAutoFit/>
          </a:bodyPr>
          <a:lstStyle/>
          <a:p>
            <a:pPr marL="0" marR="0" lvl="0" indent="0" algn="l" rtl="0">
              <a:lnSpc>
                <a:spcPct val="127005"/>
              </a:lnSpc>
              <a:spcBef>
                <a:spcPts val="0"/>
              </a:spcBef>
              <a:spcAft>
                <a:spcPts val="0"/>
              </a:spcAft>
              <a:buClr>
                <a:srgbClr val="000000"/>
              </a:buClr>
              <a:buSzPts val="5847"/>
              <a:buFont typeface="Arial"/>
              <a:buNone/>
            </a:pPr>
            <a:r>
              <a:rPr lang="en-US" sz="5847" b="0" i="0" u="none" strike="noStrike" cap="none">
                <a:solidFill>
                  <a:srgbClr val="000000"/>
                </a:solidFill>
                <a:latin typeface="Prompt Black"/>
                <a:ea typeface="Prompt Black"/>
                <a:cs typeface="Prompt Black"/>
                <a:sym typeface="Prompt Black"/>
              </a:rPr>
              <a:t>THANK YOU </a:t>
            </a:r>
            <a:endParaRPr sz="1400" b="0" i="0" u="none" strike="noStrike" cap="none">
              <a:solidFill>
                <a:srgbClr val="000000"/>
              </a:solidFill>
              <a:latin typeface="Arial"/>
              <a:ea typeface="Arial"/>
              <a:cs typeface="Arial"/>
              <a:sym typeface="Arial"/>
            </a:endParaRPr>
          </a:p>
        </p:txBody>
      </p:sp>
      <p:sp>
        <p:nvSpPr>
          <p:cNvPr id="534" name="Google Shape;534;p24"/>
          <p:cNvSpPr txBox="1"/>
          <p:nvPr/>
        </p:nvSpPr>
        <p:spPr>
          <a:xfrm>
            <a:off x="777363" y="439220"/>
            <a:ext cx="3117648" cy="605028"/>
          </a:xfrm>
          <a:prstGeom prst="rect">
            <a:avLst/>
          </a:prstGeom>
          <a:noFill/>
          <a:ln>
            <a:noFill/>
          </a:ln>
        </p:spPr>
        <p:txBody>
          <a:bodyPr spcFirstLastPara="1" wrap="square" lIns="0" tIns="0" rIns="0" bIns="0" anchor="t" anchorCtr="0">
            <a:spAutoFit/>
          </a:bodyPr>
          <a:lstStyle/>
          <a:p>
            <a:pPr marL="0" marR="0" lvl="0" indent="0" algn="l" rtl="0">
              <a:lnSpc>
                <a:spcPct val="140039"/>
              </a:lnSpc>
              <a:spcBef>
                <a:spcPts val="0"/>
              </a:spcBef>
              <a:spcAft>
                <a:spcPts val="0"/>
              </a:spcAft>
              <a:buClr>
                <a:srgbClr val="000000"/>
              </a:buClr>
              <a:buSzPts val="3554"/>
              <a:buFont typeface="Arial"/>
              <a:buNone/>
            </a:pPr>
            <a:r>
              <a:rPr lang="en-US" sz="3554" b="1" i="0" u="none" strike="noStrike" cap="none">
                <a:solidFill>
                  <a:srgbClr val="FFFFFF"/>
                </a:solidFill>
                <a:latin typeface="Nunito Sans"/>
                <a:ea typeface="Nunito Sans"/>
                <a:cs typeface="Nunito Sans"/>
                <a:sym typeface="Nunito Sans"/>
              </a:rPr>
              <a:t>Cecilian Portal</a:t>
            </a:r>
            <a:endParaRPr sz="1400" b="0" i="0" u="none" strike="noStrike" cap="none">
              <a:solidFill>
                <a:srgbClr val="000000"/>
              </a:solidFill>
              <a:latin typeface="Arial"/>
              <a:ea typeface="Arial"/>
              <a:cs typeface="Arial"/>
              <a:sym typeface="Arial"/>
            </a:endParaRPr>
          </a:p>
        </p:txBody>
      </p:sp>
      <p:sp>
        <p:nvSpPr>
          <p:cNvPr id="535" name="Google Shape;535;p24"/>
          <p:cNvSpPr txBox="1"/>
          <p:nvPr/>
        </p:nvSpPr>
        <p:spPr>
          <a:xfrm>
            <a:off x="11380120" y="594280"/>
            <a:ext cx="2443433" cy="406527"/>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Clr>
                <a:srgbClr val="000000"/>
              </a:buClr>
              <a:buSzPts val="2370"/>
              <a:buFont typeface="Arial"/>
              <a:buNone/>
            </a:pPr>
            <a:r>
              <a:rPr lang="en-US" sz="2370" b="0" i="0" u="none" strike="noStrike" cap="none">
                <a:solidFill>
                  <a:srgbClr val="FFFFFF"/>
                </a:solidFill>
                <a:latin typeface="Nunito Sans ExtraLight"/>
                <a:ea typeface="Nunito Sans ExtraLight"/>
                <a:cs typeface="Nunito Sans ExtraLight"/>
                <a:sym typeface="Nunito Sans ExtraLight"/>
              </a:rPr>
              <a:t>System Design</a:t>
            </a:r>
            <a:endParaRPr sz="1400" b="0" i="0" u="none" strike="noStrike" cap="none">
              <a:solidFill>
                <a:srgbClr val="000000"/>
              </a:solidFill>
              <a:latin typeface="Arial"/>
              <a:ea typeface="Arial"/>
              <a:cs typeface="Arial"/>
              <a:sym typeface="Arial"/>
            </a:endParaRPr>
          </a:p>
        </p:txBody>
      </p:sp>
      <p:sp>
        <p:nvSpPr>
          <p:cNvPr id="536" name="Google Shape;536;p24"/>
          <p:cNvSpPr txBox="1"/>
          <p:nvPr/>
        </p:nvSpPr>
        <p:spPr>
          <a:xfrm>
            <a:off x="9235533" y="584755"/>
            <a:ext cx="1737007" cy="406527"/>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Clr>
                <a:srgbClr val="000000"/>
              </a:buClr>
              <a:buSzPts val="2370"/>
              <a:buFont typeface="Arial"/>
              <a:buNone/>
            </a:pPr>
            <a:r>
              <a:rPr lang="en-US" sz="2370" b="0" i="0" u="none" strike="noStrike" cap="none">
                <a:solidFill>
                  <a:srgbClr val="FFFFFF"/>
                </a:solidFill>
                <a:latin typeface="Nunito Sans ExtraLight"/>
                <a:ea typeface="Nunito Sans ExtraLight"/>
                <a:cs typeface="Nunito Sans ExtraLight"/>
                <a:sym typeface="Nunito Sans ExtraLight"/>
              </a:rPr>
              <a:t>Methodology</a:t>
            </a:r>
            <a:endParaRPr sz="1400" b="0" i="0" u="none" strike="noStrike" cap="none">
              <a:solidFill>
                <a:srgbClr val="000000"/>
              </a:solidFill>
              <a:latin typeface="Arial"/>
              <a:ea typeface="Arial"/>
              <a:cs typeface="Arial"/>
              <a:sym typeface="Arial"/>
            </a:endParaRPr>
          </a:p>
        </p:txBody>
      </p:sp>
      <p:sp>
        <p:nvSpPr>
          <p:cNvPr id="537" name="Google Shape;537;p24"/>
          <p:cNvSpPr txBox="1"/>
          <p:nvPr/>
        </p:nvSpPr>
        <p:spPr>
          <a:xfrm>
            <a:off x="7176992" y="584755"/>
            <a:ext cx="1641437" cy="406527"/>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Clr>
                <a:srgbClr val="000000"/>
              </a:buClr>
              <a:buSzPts val="2370"/>
              <a:buFont typeface="Arial"/>
              <a:buNone/>
            </a:pPr>
            <a:r>
              <a:rPr lang="en-US" sz="2370" b="0" i="0" u="none" strike="noStrike" cap="none">
                <a:solidFill>
                  <a:srgbClr val="FFFFFF"/>
                </a:solidFill>
                <a:latin typeface="Nunito Sans ExtraLight"/>
                <a:ea typeface="Nunito Sans ExtraLight"/>
                <a:cs typeface="Nunito Sans ExtraLight"/>
                <a:sym typeface="Nunito Sans ExtraLight"/>
              </a:rPr>
              <a:t>Framework</a:t>
            </a:r>
            <a:endParaRPr sz="1400" b="0" i="0" u="none" strike="noStrike" cap="none">
              <a:solidFill>
                <a:srgbClr val="000000"/>
              </a:solidFill>
              <a:latin typeface="Arial"/>
              <a:ea typeface="Arial"/>
              <a:cs typeface="Arial"/>
              <a:sym typeface="Arial"/>
            </a:endParaRPr>
          </a:p>
        </p:txBody>
      </p:sp>
      <p:sp>
        <p:nvSpPr>
          <p:cNvPr id="538" name="Google Shape;538;p24"/>
          <p:cNvSpPr txBox="1"/>
          <p:nvPr/>
        </p:nvSpPr>
        <p:spPr>
          <a:xfrm>
            <a:off x="4896349" y="584755"/>
            <a:ext cx="1984659" cy="406527"/>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Clr>
                <a:srgbClr val="000000"/>
              </a:buClr>
              <a:buSzPts val="2370"/>
              <a:buFont typeface="Arial"/>
              <a:buNone/>
            </a:pPr>
            <a:r>
              <a:rPr lang="en-US" sz="2370" b="0" i="0" u="none" strike="noStrike" cap="none">
                <a:solidFill>
                  <a:srgbClr val="FFFFFF"/>
                </a:solidFill>
                <a:latin typeface="Nunito Sans ExtraLight"/>
                <a:ea typeface="Nunito Sans ExtraLight"/>
                <a:cs typeface="Nunito Sans ExtraLight"/>
                <a:sym typeface="Nunito Sans ExtraLight"/>
              </a:rPr>
              <a:t>Introduction</a:t>
            </a:r>
            <a:endParaRPr sz="1400" b="0" i="0" u="none" strike="noStrike" cap="none">
              <a:solidFill>
                <a:srgbClr val="000000"/>
              </a:solidFill>
              <a:latin typeface="Arial"/>
              <a:ea typeface="Arial"/>
              <a:cs typeface="Arial"/>
              <a:sym typeface="Arial"/>
            </a:endParaRPr>
          </a:p>
        </p:txBody>
      </p:sp>
      <p:sp>
        <p:nvSpPr>
          <p:cNvPr id="539" name="Google Shape;539;p24"/>
          <p:cNvSpPr txBox="1"/>
          <p:nvPr/>
        </p:nvSpPr>
        <p:spPr>
          <a:xfrm>
            <a:off x="14098165" y="603805"/>
            <a:ext cx="2748483" cy="406527"/>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Clr>
                <a:srgbClr val="000000"/>
              </a:buClr>
              <a:buSzPts val="2370"/>
              <a:buFont typeface="Arial"/>
              <a:buNone/>
            </a:pPr>
            <a:r>
              <a:rPr lang="en-US" sz="2370" b="0" i="0" u="none" strike="noStrike" cap="none">
                <a:solidFill>
                  <a:srgbClr val="FFFFFF"/>
                </a:solidFill>
                <a:latin typeface="Nunito Sans ExtraLight"/>
                <a:ea typeface="Nunito Sans ExtraLight"/>
                <a:cs typeface="Nunito Sans ExtraLight"/>
                <a:sym typeface="Nunito Sans ExtraLight"/>
              </a:rPr>
              <a:t>Evaluating &amp; Testing</a:t>
            </a:r>
            <a:endParaRPr sz="1400" b="0" i="0" u="none" strike="noStrike" cap="none">
              <a:solidFill>
                <a:srgbClr val="000000"/>
              </a:solidFill>
              <a:latin typeface="Arial"/>
              <a:ea typeface="Arial"/>
              <a:cs typeface="Arial"/>
              <a:sym typeface="Arial"/>
            </a:endParaRPr>
          </a:p>
        </p:txBody>
      </p:sp>
      <p:sp>
        <p:nvSpPr>
          <p:cNvPr id="540" name="Google Shape;540;p24"/>
          <p:cNvSpPr/>
          <p:nvPr/>
        </p:nvSpPr>
        <p:spPr>
          <a:xfrm>
            <a:off x="17259300" y="542654"/>
            <a:ext cx="546702" cy="546702"/>
          </a:xfrm>
          <a:custGeom>
            <a:avLst/>
            <a:gdLst/>
            <a:ahLst/>
            <a:cxnLst/>
            <a:rect l="l" t="t" r="r" b="b"/>
            <a:pathLst>
              <a:path w="546702" h="546702" extrusionOk="0">
                <a:moveTo>
                  <a:pt x="0" y="0"/>
                </a:moveTo>
                <a:lnTo>
                  <a:pt x="546702" y="0"/>
                </a:lnTo>
                <a:lnTo>
                  <a:pt x="546702" y="546702"/>
                </a:lnTo>
                <a:lnTo>
                  <a:pt x="0" y="546702"/>
                </a:lnTo>
                <a:lnTo>
                  <a:pt x="0" y="0"/>
                </a:lnTo>
                <a:close/>
              </a:path>
            </a:pathLst>
          </a:custGeom>
          <a:blipFill rotWithShape="1">
            <a:blip r:embed="rId3">
              <a:alphaModFix/>
            </a:blip>
            <a:stretch>
              <a:fillRect/>
            </a:stretch>
          </a:blipFill>
          <a:ln>
            <a:noFill/>
          </a:ln>
        </p:spPr>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54</TotalTime>
  <Words>1051</Words>
  <Application>Microsoft Office PowerPoint</Application>
  <PresentationFormat>Custom</PresentationFormat>
  <Paragraphs>160</Paragraphs>
  <Slides>19</Slides>
  <Notes>19</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19</vt:i4>
      </vt:variant>
    </vt:vector>
  </HeadingPairs>
  <TitlesOfParts>
    <vt:vector size="25" baseType="lpstr">
      <vt:lpstr>Prompt Black</vt:lpstr>
      <vt:lpstr>Arial</vt:lpstr>
      <vt:lpstr>Nunito Sans ExtraLight</vt:lpstr>
      <vt:lpstr>Nunito Sans</vt:lpstr>
      <vt:lpstr>Calibri</vt:lpstr>
      <vt:lpstr>Simple Light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ride anthony</dc:creator>
  <cp:lastModifiedBy>ride anthony</cp:lastModifiedBy>
  <cp:revision>19</cp:revision>
  <dcterms:created xsi:type="dcterms:W3CDTF">2006-08-16T00:00:00Z</dcterms:created>
  <dcterms:modified xsi:type="dcterms:W3CDTF">2025-11-11T18:43:56Z</dcterms:modified>
</cp:coreProperties>
</file>